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2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72" r:id="rId3"/>
    <p:sldId id="273" r:id="rId4"/>
    <p:sldId id="257" r:id="rId5"/>
    <p:sldId id="261" r:id="rId6"/>
    <p:sldId id="262" r:id="rId7"/>
    <p:sldId id="265" r:id="rId8"/>
    <p:sldId id="268" r:id="rId9"/>
    <p:sldId id="266" r:id="rId10"/>
    <p:sldId id="267" r:id="rId11"/>
    <p:sldId id="270" r:id="rId12"/>
    <p:sldId id="271" r:id="rId13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C2DD0C-2F1B-431C-9F12-DDE08E1E757C}" v="12" dt="2026-01-12T09:42:09.1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66" autoAdjust="0"/>
    <p:restoredTop sz="94718"/>
  </p:normalViewPr>
  <p:slideViewPr>
    <p:cSldViewPr snapToGrid="0">
      <p:cViewPr varScale="1">
        <p:scale>
          <a:sx n="65" d="100"/>
          <a:sy n="65" d="100"/>
        </p:scale>
        <p:origin x="9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BA2A83A-7B84-4576-B88C-87C56BD2B2B7}" type="doc">
      <dgm:prSet loTypeId="urn:microsoft.com/office/officeart/2008/layout/LinedList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1E27F7C8-393A-4666-9ADA-7F3C25A69F62}">
      <dgm:prSet/>
      <dgm:spPr/>
      <dgm:t>
        <a:bodyPr/>
        <a:lstStyle/>
        <a:p>
          <a:r>
            <a:rPr lang="da-DK"/>
            <a:t>Solgte biletter 3,7,10 dage før kamp</a:t>
          </a:r>
          <a:endParaRPr lang="en-US"/>
        </a:p>
      </dgm:t>
    </dgm:pt>
    <dgm:pt modelId="{3D995B13-3CC2-4B06-A975-3CA083907B97}" type="parTrans" cxnId="{1F3C1AC5-3BA4-4A06-BF6C-1BB3D622DEC5}">
      <dgm:prSet/>
      <dgm:spPr/>
      <dgm:t>
        <a:bodyPr/>
        <a:lstStyle/>
        <a:p>
          <a:endParaRPr lang="en-US"/>
        </a:p>
      </dgm:t>
    </dgm:pt>
    <dgm:pt modelId="{1251340F-CC3F-497F-AD47-1AB640640832}" type="sibTrans" cxnId="{1F3C1AC5-3BA4-4A06-BF6C-1BB3D622DEC5}">
      <dgm:prSet/>
      <dgm:spPr/>
      <dgm:t>
        <a:bodyPr/>
        <a:lstStyle/>
        <a:p>
          <a:endParaRPr lang="en-US"/>
        </a:p>
      </dgm:t>
    </dgm:pt>
    <dgm:pt modelId="{C6EA1412-216B-4F20-A4CD-127C8C86D27A}">
      <dgm:prSet/>
      <dgm:spPr/>
      <dgm:t>
        <a:bodyPr/>
        <a:lstStyle/>
        <a:p>
          <a:r>
            <a:rPr lang="da-DK"/>
            <a:t>Kampkategori og modstander</a:t>
          </a:r>
          <a:endParaRPr lang="en-US"/>
        </a:p>
      </dgm:t>
    </dgm:pt>
    <dgm:pt modelId="{4F72A818-0A13-4272-9F43-09D4F7C26E54}" type="parTrans" cxnId="{895835C2-E1C5-4BAB-AD2C-697BB38423A7}">
      <dgm:prSet/>
      <dgm:spPr/>
      <dgm:t>
        <a:bodyPr/>
        <a:lstStyle/>
        <a:p>
          <a:endParaRPr lang="en-US"/>
        </a:p>
      </dgm:t>
    </dgm:pt>
    <dgm:pt modelId="{07E7BF15-B92E-4F95-865D-380ACBB801E7}" type="sibTrans" cxnId="{895835C2-E1C5-4BAB-AD2C-697BB38423A7}">
      <dgm:prSet/>
      <dgm:spPr/>
      <dgm:t>
        <a:bodyPr/>
        <a:lstStyle/>
        <a:p>
          <a:endParaRPr lang="en-US"/>
        </a:p>
      </dgm:t>
    </dgm:pt>
    <dgm:pt modelId="{BAE425F6-E946-4E4B-80A7-339E382C0D8F}">
      <dgm:prSet/>
      <dgm:spPr/>
      <dgm:t>
        <a:bodyPr/>
        <a:lstStyle/>
        <a:p>
          <a:r>
            <a:rPr lang="da-DK"/>
            <a:t>Vejr har begrænset betydning i denne kontekst</a:t>
          </a:r>
          <a:endParaRPr lang="en-US"/>
        </a:p>
      </dgm:t>
    </dgm:pt>
    <dgm:pt modelId="{433C8915-2B72-4247-BACC-93C1BFE83D28}" type="parTrans" cxnId="{28421AD3-6B63-456C-9D0D-031837168795}">
      <dgm:prSet/>
      <dgm:spPr/>
      <dgm:t>
        <a:bodyPr/>
        <a:lstStyle/>
        <a:p>
          <a:endParaRPr lang="en-US"/>
        </a:p>
      </dgm:t>
    </dgm:pt>
    <dgm:pt modelId="{3A1B668B-EFDD-4B90-A319-031FE4D8CF4E}" type="sibTrans" cxnId="{28421AD3-6B63-456C-9D0D-031837168795}">
      <dgm:prSet/>
      <dgm:spPr/>
      <dgm:t>
        <a:bodyPr/>
        <a:lstStyle/>
        <a:p>
          <a:endParaRPr lang="en-US"/>
        </a:p>
      </dgm:t>
    </dgm:pt>
    <dgm:pt modelId="{F9CB55DB-104B-4B4B-AADF-2592807264EB}" type="pres">
      <dgm:prSet presAssocID="{9BA2A83A-7B84-4576-B88C-87C56BD2B2B7}" presName="vert0" presStyleCnt="0">
        <dgm:presLayoutVars>
          <dgm:dir/>
          <dgm:animOne val="branch"/>
          <dgm:animLvl val="lvl"/>
        </dgm:presLayoutVars>
      </dgm:prSet>
      <dgm:spPr/>
    </dgm:pt>
    <dgm:pt modelId="{07AEF59B-9978-4205-A34D-124226F8ADDC}" type="pres">
      <dgm:prSet presAssocID="{1E27F7C8-393A-4666-9ADA-7F3C25A69F62}" presName="thickLine" presStyleLbl="alignNode1" presStyleIdx="0" presStyleCnt="3"/>
      <dgm:spPr/>
    </dgm:pt>
    <dgm:pt modelId="{68A6024F-627B-44F9-88F0-2EA1F6D14EC3}" type="pres">
      <dgm:prSet presAssocID="{1E27F7C8-393A-4666-9ADA-7F3C25A69F62}" presName="horz1" presStyleCnt="0"/>
      <dgm:spPr/>
    </dgm:pt>
    <dgm:pt modelId="{A32B10A7-F1D6-4B07-A384-2CE69C07C814}" type="pres">
      <dgm:prSet presAssocID="{1E27F7C8-393A-4666-9ADA-7F3C25A69F62}" presName="tx1" presStyleLbl="revTx" presStyleIdx="0" presStyleCnt="3"/>
      <dgm:spPr/>
    </dgm:pt>
    <dgm:pt modelId="{773F4B39-87C8-4CBD-BCD1-38F014CF8262}" type="pres">
      <dgm:prSet presAssocID="{1E27F7C8-393A-4666-9ADA-7F3C25A69F62}" presName="vert1" presStyleCnt="0"/>
      <dgm:spPr/>
    </dgm:pt>
    <dgm:pt modelId="{FB6E1C0E-9E19-4AFD-8D5C-07CD3FE26516}" type="pres">
      <dgm:prSet presAssocID="{C6EA1412-216B-4F20-A4CD-127C8C86D27A}" presName="thickLine" presStyleLbl="alignNode1" presStyleIdx="1" presStyleCnt="3"/>
      <dgm:spPr/>
    </dgm:pt>
    <dgm:pt modelId="{576FD4AE-52A0-4A98-904C-2DA8EF8BBA40}" type="pres">
      <dgm:prSet presAssocID="{C6EA1412-216B-4F20-A4CD-127C8C86D27A}" presName="horz1" presStyleCnt="0"/>
      <dgm:spPr/>
    </dgm:pt>
    <dgm:pt modelId="{30559797-CDEB-41F8-8B6D-6605A28F4106}" type="pres">
      <dgm:prSet presAssocID="{C6EA1412-216B-4F20-A4CD-127C8C86D27A}" presName="tx1" presStyleLbl="revTx" presStyleIdx="1" presStyleCnt="3"/>
      <dgm:spPr/>
    </dgm:pt>
    <dgm:pt modelId="{40AE0F00-ED25-4315-8DE3-16157C98AB6F}" type="pres">
      <dgm:prSet presAssocID="{C6EA1412-216B-4F20-A4CD-127C8C86D27A}" presName="vert1" presStyleCnt="0"/>
      <dgm:spPr/>
    </dgm:pt>
    <dgm:pt modelId="{AFD54008-ECA4-4C69-A8F8-70DEE30E99BD}" type="pres">
      <dgm:prSet presAssocID="{BAE425F6-E946-4E4B-80A7-339E382C0D8F}" presName="thickLine" presStyleLbl="alignNode1" presStyleIdx="2" presStyleCnt="3"/>
      <dgm:spPr/>
    </dgm:pt>
    <dgm:pt modelId="{9997949D-081C-4861-A2BD-1450734CE688}" type="pres">
      <dgm:prSet presAssocID="{BAE425F6-E946-4E4B-80A7-339E382C0D8F}" presName="horz1" presStyleCnt="0"/>
      <dgm:spPr/>
    </dgm:pt>
    <dgm:pt modelId="{F3854CCA-8EB0-4C64-92AB-39C4E3005A29}" type="pres">
      <dgm:prSet presAssocID="{BAE425F6-E946-4E4B-80A7-339E382C0D8F}" presName="tx1" presStyleLbl="revTx" presStyleIdx="2" presStyleCnt="3"/>
      <dgm:spPr/>
    </dgm:pt>
    <dgm:pt modelId="{FE878385-4176-4FC7-9C00-ACAE35FF8331}" type="pres">
      <dgm:prSet presAssocID="{BAE425F6-E946-4E4B-80A7-339E382C0D8F}" presName="vert1" presStyleCnt="0"/>
      <dgm:spPr/>
    </dgm:pt>
  </dgm:ptLst>
  <dgm:cxnLst>
    <dgm:cxn modelId="{0BC64A01-BEEA-46A8-9890-8A59758F5C77}" type="presOf" srcId="{9BA2A83A-7B84-4576-B88C-87C56BD2B2B7}" destId="{F9CB55DB-104B-4B4B-AADF-2592807264EB}" srcOrd="0" destOrd="0" presId="urn:microsoft.com/office/officeart/2008/layout/LinedList"/>
    <dgm:cxn modelId="{46EBB8B7-8797-4156-B3FA-5686826496E6}" type="presOf" srcId="{1E27F7C8-393A-4666-9ADA-7F3C25A69F62}" destId="{A32B10A7-F1D6-4B07-A384-2CE69C07C814}" srcOrd="0" destOrd="0" presId="urn:microsoft.com/office/officeart/2008/layout/LinedList"/>
    <dgm:cxn modelId="{895835C2-E1C5-4BAB-AD2C-697BB38423A7}" srcId="{9BA2A83A-7B84-4576-B88C-87C56BD2B2B7}" destId="{C6EA1412-216B-4F20-A4CD-127C8C86D27A}" srcOrd="1" destOrd="0" parTransId="{4F72A818-0A13-4272-9F43-09D4F7C26E54}" sibTransId="{07E7BF15-B92E-4F95-865D-380ACBB801E7}"/>
    <dgm:cxn modelId="{1F3C1AC5-3BA4-4A06-BF6C-1BB3D622DEC5}" srcId="{9BA2A83A-7B84-4576-B88C-87C56BD2B2B7}" destId="{1E27F7C8-393A-4666-9ADA-7F3C25A69F62}" srcOrd="0" destOrd="0" parTransId="{3D995B13-3CC2-4B06-A975-3CA083907B97}" sibTransId="{1251340F-CC3F-497F-AD47-1AB640640832}"/>
    <dgm:cxn modelId="{81EFC6C7-12F3-4764-8E02-C9F564CB08A8}" type="presOf" srcId="{BAE425F6-E946-4E4B-80A7-339E382C0D8F}" destId="{F3854CCA-8EB0-4C64-92AB-39C4E3005A29}" srcOrd="0" destOrd="0" presId="urn:microsoft.com/office/officeart/2008/layout/LinedList"/>
    <dgm:cxn modelId="{28421AD3-6B63-456C-9D0D-031837168795}" srcId="{9BA2A83A-7B84-4576-B88C-87C56BD2B2B7}" destId="{BAE425F6-E946-4E4B-80A7-339E382C0D8F}" srcOrd="2" destOrd="0" parTransId="{433C8915-2B72-4247-BACC-93C1BFE83D28}" sibTransId="{3A1B668B-EFDD-4B90-A319-031FE4D8CF4E}"/>
    <dgm:cxn modelId="{9369AAFA-564D-4C56-B655-7A7465830250}" type="presOf" srcId="{C6EA1412-216B-4F20-A4CD-127C8C86D27A}" destId="{30559797-CDEB-41F8-8B6D-6605A28F4106}" srcOrd="0" destOrd="0" presId="urn:microsoft.com/office/officeart/2008/layout/LinedList"/>
    <dgm:cxn modelId="{97C97BD1-3A52-4B72-9531-CF594601C30D}" type="presParOf" srcId="{F9CB55DB-104B-4B4B-AADF-2592807264EB}" destId="{07AEF59B-9978-4205-A34D-124226F8ADDC}" srcOrd="0" destOrd="0" presId="urn:microsoft.com/office/officeart/2008/layout/LinedList"/>
    <dgm:cxn modelId="{077D13C7-5F7F-49C5-9AF0-41DF76D882F7}" type="presParOf" srcId="{F9CB55DB-104B-4B4B-AADF-2592807264EB}" destId="{68A6024F-627B-44F9-88F0-2EA1F6D14EC3}" srcOrd="1" destOrd="0" presId="urn:microsoft.com/office/officeart/2008/layout/LinedList"/>
    <dgm:cxn modelId="{0FF2BD6D-AFB8-45D4-A973-0562CE4D4769}" type="presParOf" srcId="{68A6024F-627B-44F9-88F0-2EA1F6D14EC3}" destId="{A32B10A7-F1D6-4B07-A384-2CE69C07C814}" srcOrd="0" destOrd="0" presId="urn:microsoft.com/office/officeart/2008/layout/LinedList"/>
    <dgm:cxn modelId="{1A9EBF01-A888-4019-A2F7-42F1E63D41E0}" type="presParOf" srcId="{68A6024F-627B-44F9-88F0-2EA1F6D14EC3}" destId="{773F4B39-87C8-4CBD-BCD1-38F014CF8262}" srcOrd="1" destOrd="0" presId="urn:microsoft.com/office/officeart/2008/layout/LinedList"/>
    <dgm:cxn modelId="{7E257E26-CF6E-40BA-8176-E7A0A83ACFDC}" type="presParOf" srcId="{F9CB55DB-104B-4B4B-AADF-2592807264EB}" destId="{FB6E1C0E-9E19-4AFD-8D5C-07CD3FE26516}" srcOrd="2" destOrd="0" presId="urn:microsoft.com/office/officeart/2008/layout/LinedList"/>
    <dgm:cxn modelId="{2C3FA433-FE92-41F3-8E96-37EA4D4DC7BC}" type="presParOf" srcId="{F9CB55DB-104B-4B4B-AADF-2592807264EB}" destId="{576FD4AE-52A0-4A98-904C-2DA8EF8BBA40}" srcOrd="3" destOrd="0" presId="urn:microsoft.com/office/officeart/2008/layout/LinedList"/>
    <dgm:cxn modelId="{679C42E9-7475-47D0-B39D-26D5C84CC678}" type="presParOf" srcId="{576FD4AE-52A0-4A98-904C-2DA8EF8BBA40}" destId="{30559797-CDEB-41F8-8B6D-6605A28F4106}" srcOrd="0" destOrd="0" presId="urn:microsoft.com/office/officeart/2008/layout/LinedList"/>
    <dgm:cxn modelId="{314EE2EA-D36C-4DB9-BC64-32E571A16E9F}" type="presParOf" srcId="{576FD4AE-52A0-4A98-904C-2DA8EF8BBA40}" destId="{40AE0F00-ED25-4315-8DE3-16157C98AB6F}" srcOrd="1" destOrd="0" presId="urn:microsoft.com/office/officeart/2008/layout/LinedList"/>
    <dgm:cxn modelId="{1AF774F1-1E59-474F-803F-F8710BECC5F2}" type="presParOf" srcId="{F9CB55DB-104B-4B4B-AADF-2592807264EB}" destId="{AFD54008-ECA4-4C69-A8F8-70DEE30E99BD}" srcOrd="4" destOrd="0" presId="urn:microsoft.com/office/officeart/2008/layout/LinedList"/>
    <dgm:cxn modelId="{B321B8FA-CBA5-49BC-AE64-8D3B2674468C}" type="presParOf" srcId="{F9CB55DB-104B-4B4B-AADF-2592807264EB}" destId="{9997949D-081C-4861-A2BD-1450734CE688}" srcOrd="5" destOrd="0" presId="urn:microsoft.com/office/officeart/2008/layout/LinedList"/>
    <dgm:cxn modelId="{CBCC9BE6-1D23-477F-A026-A0152E52A15E}" type="presParOf" srcId="{9997949D-081C-4861-A2BD-1450734CE688}" destId="{F3854CCA-8EB0-4C64-92AB-39C4E3005A29}" srcOrd="0" destOrd="0" presId="urn:microsoft.com/office/officeart/2008/layout/LinedList"/>
    <dgm:cxn modelId="{580DDC42-F382-4C12-8FD3-9B6D4666DF46}" type="presParOf" srcId="{9997949D-081C-4861-A2BD-1450734CE688}" destId="{FE878385-4176-4FC7-9C00-ACAE35FF833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F70F15B-E683-4F6E-9472-10BC3314A01B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9B93B357-61C2-4EF3-BED7-E9842BDEA662}">
      <dgm:prSet/>
      <dgm:spPr/>
      <dgm:t>
        <a:bodyPr/>
        <a:lstStyle/>
        <a:p>
          <a:r>
            <a:rPr lang="da-DK"/>
            <a:t>Tilskuertal kan forudsiges med rimelig præcision ved brug af historiske data</a:t>
          </a:r>
          <a:endParaRPr lang="en-US"/>
        </a:p>
      </dgm:t>
    </dgm:pt>
    <dgm:pt modelId="{6CC38C94-39F9-4F47-8A10-558070660C05}" type="parTrans" cxnId="{13799E10-96D6-472E-8C99-3A7D91D6E578}">
      <dgm:prSet/>
      <dgm:spPr/>
      <dgm:t>
        <a:bodyPr/>
        <a:lstStyle/>
        <a:p>
          <a:endParaRPr lang="en-US"/>
        </a:p>
      </dgm:t>
    </dgm:pt>
    <dgm:pt modelId="{3DBCD126-187E-48E7-B8F7-E9EF3922FD8E}" type="sibTrans" cxnId="{13799E10-96D6-472E-8C99-3A7D91D6E578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1A79818C-B941-4CA2-A04D-88CEF548D725}">
      <dgm:prSet/>
      <dgm:spPr/>
      <dgm:t>
        <a:bodyPr/>
        <a:lstStyle/>
        <a:p>
          <a:r>
            <a:rPr lang="da-DK"/>
            <a:t>Præcisionen forbedres markant, jo tætter på kampdagen prognosen udarbejdes</a:t>
          </a:r>
          <a:endParaRPr lang="en-US"/>
        </a:p>
      </dgm:t>
    </dgm:pt>
    <dgm:pt modelId="{665E8800-76AF-404E-B629-870003851838}" type="parTrans" cxnId="{4DB50498-8B6E-4244-8CA6-D92C8BED4742}">
      <dgm:prSet/>
      <dgm:spPr/>
      <dgm:t>
        <a:bodyPr/>
        <a:lstStyle/>
        <a:p>
          <a:endParaRPr lang="en-US"/>
        </a:p>
      </dgm:t>
    </dgm:pt>
    <dgm:pt modelId="{72CBAB4C-CE6D-4A59-B8A1-5B2173042568}" type="sibTrans" cxnId="{4DB50498-8B6E-4244-8CA6-D92C8BED4742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95991D6C-7E39-47F8-93AB-3F1FABBFB5D1}">
      <dgm:prSet/>
      <dgm:spPr/>
      <dgm:t>
        <a:bodyPr/>
        <a:lstStyle/>
        <a:p>
          <a:r>
            <a:rPr lang="da-DK"/>
            <a:t>Lasso giver den bedste balance mellem performance, fortolkning og praktisk anvendelse</a:t>
          </a:r>
          <a:endParaRPr lang="en-US"/>
        </a:p>
      </dgm:t>
    </dgm:pt>
    <dgm:pt modelId="{4C11D4A0-76E2-4ABF-A3D6-811A80DBA43B}" type="parTrans" cxnId="{5A7E0C74-D494-40EE-B0E4-B141021C992C}">
      <dgm:prSet/>
      <dgm:spPr/>
      <dgm:t>
        <a:bodyPr/>
        <a:lstStyle/>
        <a:p>
          <a:endParaRPr lang="en-US"/>
        </a:p>
      </dgm:t>
    </dgm:pt>
    <dgm:pt modelId="{3B1DF03C-D98A-4690-82FC-89B82BC9D1D3}" type="sibTrans" cxnId="{5A7E0C74-D494-40EE-B0E4-B141021C992C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CEAD6890-2740-4532-AF16-E11A533C5272}">
      <dgm:prSet/>
      <dgm:spPr/>
      <dgm:t>
        <a:bodyPr/>
        <a:lstStyle/>
        <a:p>
          <a:r>
            <a:rPr lang="da-DK"/>
            <a:t>Modellen ikke er en garanti, men et værktøj til at understøtte bedre beslutninger</a:t>
          </a:r>
          <a:endParaRPr lang="en-US"/>
        </a:p>
      </dgm:t>
    </dgm:pt>
    <dgm:pt modelId="{EC2BBC70-7172-49DF-A693-15438E55B283}" type="parTrans" cxnId="{BFA67ED5-5FB6-4016-9CEC-7E5B402FED88}">
      <dgm:prSet/>
      <dgm:spPr/>
      <dgm:t>
        <a:bodyPr/>
        <a:lstStyle/>
        <a:p>
          <a:endParaRPr lang="en-US"/>
        </a:p>
      </dgm:t>
    </dgm:pt>
    <dgm:pt modelId="{3F5E8D8E-2D11-425B-936E-47D60E4AE8D5}" type="sibTrans" cxnId="{BFA67ED5-5FB6-4016-9CEC-7E5B402FED88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52C4E664-EA2E-4AEF-ACF1-AEF08B72D3A0}" type="pres">
      <dgm:prSet presAssocID="{3F70F15B-E683-4F6E-9472-10BC3314A01B}" presName="Name0" presStyleCnt="0">
        <dgm:presLayoutVars>
          <dgm:animLvl val="lvl"/>
          <dgm:resizeHandles val="exact"/>
        </dgm:presLayoutVars>
      </dgm:prSet>
      <dgm:spPr/>
    </dgm:pt>
    <dgm:pt modelId="{6D7BD16B-35ED-4B7A-8145-767A5A94CD22}" type="pres">
      <dgm:prSet presAssocID="{9B93B357-61C2-4EF3-BED7-E9842BDEA662}" presName="compositeNode" presStyleCnt="0">
        <dgm:presLayoutVars>
          <dgm:bulletEnabled val="1"/>
        </dgm:presLayoutVars>
      </dgm:prSet>
      <dgm:spPr/>
    </dgm:pt>
    <dgm:pt modelId="{CFF147A4-2FDD-4412-955B-7978861DD16F}" type="pres">
      <dgm:prSet presAssocID="{9B93B357-61C2-4EF3-BED7-E9842BDEA662}" presName="bgRect" presStyleLbl="alignNode1" presStyleIdx="0" presStyleCnt="4"/>
      <dgm:spPr/>
    </dgm:pt>
    <dgm:pt modelId="{8E1B69B6-BC7D-47A6-83A3-DF34847D03D6}" type="pres">
      <dgm:prSet presAssocID="{3DBCD126-187E-48E7-B8F7-E9EF3922FD8E}" presName="sibTransNodeRect" presStyleLbl="alignNode1" presStyleIdx="0" presStyleCnt="4">
        <dgm:presLayoutVars>
          <dgm:chMax val="0"/>
          <dgm:bulletEnabled val="1"/>
        </dgm:presLayoutVars>
      </dgm:prSet>
      <dgm:spPr/>
    </dgm:pt>
    <dgm:pt modelId="{1CC1AABB-F5B9-4A20-9B15-8382410C6FFB}" type="pres">
      <dgm:prSet presAssocID="{9B93B357-61C2-4EF3-BED7-E9842BDEA662}" presName="nodeRect" presStyleLbl="alignNode1" presStyleIdx="0" presStyleCnt="4">
        <dgm:presLayoutVars>
          <dgm:bulletEnabled val="1"/>
        </dgm:presLayoutVars>
      </dgm:prSet>
      <dgm:spPr/>
    </dgm:pt>
    <dgm:pt modelId="{0C685328-D466-405A-A080-286723D0A0B6}" type="pres">
      <dgm:prSet presAssocID="{3DBCD126-187E-48E7-B8F7-E9EF3922FD8E}" presName="sibTrans" presStyleCnt="0"/>
      <dgm:spPr/>
    </dgm:pt>
    <dgm:pt modelId="{3B501797-03AB-46E9-8527-6F0CE9D58736}" type="pres">
      <dgm:prSet presAssocID="{1A79818C-B941-4CA2-A04D-88CEF548D725}" presName="compositeNode" presStyleCnt="0">
        <dgm:presLayoutVars>
          <dgm:bulletEnabled val="1"/>
        </dgm:presLayoutVars>
      </dgm:prSet>
      <dgm:spPr/>
    </dgm:pt>
    <dgm:pt modelId="{50A1552C-B044-4E20-950B-FFA24288EA55}" type="pres">
      <dgm:prSet presAssocID="{1A79818C-B941-4CA2-A04D-88CEF548D725}" presName="bgRect" presStyleLbl="alignNode1" presStyleIdx="1" presStyleCnt="4"/>
      <dgm:spPr/>
    </dgm:pt>
    <dgm:pt modelId="{88E3445B-1A6C-4426-B755-EE50BE69C211}" type="pres">
      <dgm:prSet presAssocID="{72CBAB4C-CE6D-4A59-B8A1-5B2173042568}" presName="sibTransNodeRect" presStyleLbl="alignNode1" presStyleIdx="1" presStyleCnt="4">
        <dgm:presLayoutVars>
          <dgm:chMax val="0"/>
          <dgm:bulletEnabled val="1"/>
        </dgm:presLayoutVars>
      </dgm:prSet>
      <dgm:spPr/>
    </dgm:pt>
    <dgm:pt modelId="{87BA8497-81BA-46C8-ADA6-F899A1F824A6}" type="pres">
      <dgm:prSet presAssocID="{1A79818C-B941-4CA2-A04D-88CEF548D725}" presName="nodeRect" presStyleLbl="alignNode1" presStyleIdx="1" presStyleCnt="4">
        <dgm:presLayoutVars>
          <dgm:bulletEnabled val="1"/>
        </dgm:presLayoutVars>
      </dgm:prSet>
      <dgm:spPr/>
    </dgm:pt>
    <dgm:pt modelId="{E910F554-8C2D-4802-83ED-50B9A4FBC910}" type="pres">
      <dgm:prSet presAssocID="{72CBAB4C-CE6D-4A59-B8A1-5B2173042568}" presName="sibTrans" presStyleCnt="0"/>
      <dgm:spPr/>
    </dgm:pt>
    <dgm:pt modelId="{EA6450CD-2708-4D35-BA7A-CB718187A9E7}" type="pres">
      <dgm:prSet presAssocID="{95991D6C-7E39-47F8-93AB-3F1FABBFB5D1}" presName="compositeNode" presStyleCnt="0">
        <dgm:presLayoutVars>
          <dgm:bulletEnabled val="1"/>
        </dgm:presLayoutVars>
      </dgm:prSet>
      <dgm:spPr/>
    </dgm:pt>
    <dgm:pt modelId="{DB23F6D8-F606-4F8A-9779-361F6006F525}" type="pres">
      <dgm:prSet presAssocID="{95991D6C-7E39-47F8-93AB-3F1FABBFB5D1}" presName="bgRect" presStyleLbl="alignNode1" presStyleIdx="2" presStyleCnt="4"/>
      <dgm:spPr/>
    </dgm:pt>
    <dgm:pt modelId="{1F96A137-83B0-4605-812B-A94CEF2154F5}" type="pres">
      <dgm:prSet presAssocID="{3B1DF03C-D98A-4690-82FC-89B82BC9D1D3}" presName="sibTransNodeRect" presStyleLbl="alignNode1" presStyleIdx="2" presStyleCnt="4">
        <dgm:presLayoutVars>
          <dgm:chMax val="0"/>
          <dgm:bulletEnabled val="1"/>
        </dgm:presLayoutVars>
      </dgm:prSet>
      <dgm:spPr/>
    </dgm:pt>
    <dgm:pt modelId="{86F992CF-1B19-4939-AB5B-BC9FD2E8F223}" type="pres">
      <dgm:prSet presAssocID="{95991D6C-7E39-47F8-93AB-3F1FABBFB5D1}" presName="nodeRect" presStyleLbl="alignNode1" presStyleIdx="2" presStyleCnt="4">
        <dgm:presLayoutVars>
          <dgm:bulletEnabled val="1"/>
        </dgm:presLayoutVars>
      </dgm:prSet>
      <dgm:spPr/>
    </dgm:pt>
    <dgm:pt modelId="{36C6D27C-052E-48C2-96E3-5B89256F7CA6}" type="pres">
      <dgm:prSet presAssocID="{3B1DF03C-D98A-4690-82FC-89B82BC9D1D3}" presName="sibTrans" presStyleCnt="0"/>
      <dgm:spPr/>
    </dgm:pt>
    <dgm:pt modelId="{9CF02F39-FEFA-4209-BB06-7F3BA7F52ED1}" type="pres">
      <dgm:prSet presAssocID="{CEAD6890-2740-4532-AF16-E11A533C5272}" presName="compositeNode" presStyleCnt="0">
        <dgm:presLayoutVars>
          <dgm:bulletEnabled val="1"/>
        </dgm:presLayoutVars>
      </dgm:prSet>
      <dgm:spPr/>
    </dgm:pt>
    <dgm:pt modelId="{EB39D437-E8A8-4A33-B035-F60626489AC1}" type="pres">
      <dgm:prSet presAssocID="{CEAD6890-2740-4532-AF16-E11A533C5272}" presName="bgRect" presStyleLbl="alignNode1" presStyleIdx="3" presStyleCnt="4"/>
      <dgm:spPr/>
    </dgm:pt>
    <dgm:pt modelId="{706D298A-3F17-4D41-A296-93A818293A56}" type="pres">
      <dgm:prSet presAssocID="{3F5E8D8E-2D11-425B-936E-47D60E4AE8D5}" presName="sibTransNodeRect" presStyleLbl="alignNode1" presStyleIdx="3" presStyleCnt="4">
        <dgm:presLayoutVars>
          <dgm:chMax val="0"/>
          <dgm:bulletEnabled val="1"/>
        </dgm:presLayoutVars>
      </dgm:prSet>
      <dgm:spPr/>
    </dgm:pt>
    <dgm:pt modelId="{4F624369-CD42-4DE3-91AA-CB3B17A8DE5C}" type="pres">
      <dgm:prSet presAssocID="{CEAD6890-2740-4532-AF16-E11A533C5272}" presName="nodeRect" presStyleLbl="alignNode1" presStyleIdx="3" presStyleCnt="4">
        <dgm:presLayoutVars>
          <dgm:bulletEnabled val="1"/>
        </dgm:presLayoutVars>
      </dgm:prSet>
      <dgm:spPr/>
    </dgm:pt>
  </dgm:ptLst>
  <dgm:cxnLst>
    <dgm:cxn modelId="{13799E10-96D6-472E-8C99-3A7D91D6E578}" srcId="{3F70F15B-E683-4F6E-9472-10BC3314A01B}" destId="{9B93B357-61C2-4EF3-BED7-E9842BDEA662}" srcOrd="0" destOrd="0" parTransId="{6CC38C94-39F9-4F47-8A10-558070660C05}" sibTransId="{3DBCD126-187E-48E7-B8F7-E9EF3922FD8E}"/>
    <dgm:cxn modelId="{88B0CA11-6434-4320-8238-8917CA67E016}" type="presOf" srcId="{1A79818C-B941-4CA2-A04D-88CEF548D725}" destId="{50A1552C-B044-4E20-950B-FFA24288EA55}" srcOrd="0" destOrd="0" presId="urn:microsoft.com/office/officeart/2016/7/layout/LinearBlockProcessNumbered"/>
    <dgm:cxn modelId="{7B86A029-9A7B-4542-A51B-D32AE984D759}" type="presOf" srcId="{CEAD6890-2740-4532-AF16-E11A533C5272}" destId="{EB39D437-E8A8-4A33-B035-F60626489AC1}" srcOrd="0" destOrd="0" presId="urn:microsoft.com/office/officeart/2016/7/layout/LinearBlockProcessNumbered"/>
    <dgm:cxn modelId="{E576FC6F-0D03-4CDA-8F35-8B8DDE63DF09}" type="presOf" srcId="{3F70F15B-E683-4F6E-9472-10BC3314A01B}" destId="{52C4E664-EA2E-4AEF-ACF1-AEF08B72D3A0}" srcOrd="0" destOrd="0" presId="urn:microsoft.com/office/officeart/2016/7/layout/LinearBlockProcessNumbered"/>
    <dgm:cxn modelId="{5A7E0C74-D494-40EE-B0E4-B141021C992C}" srcId="{3F70F15B-E683-4F6E-9472-10BC3314A01B}" destId="{95991D6C-7E39-47F8-93AB-3F1FABBFB5D1}" srcOrd="2" destOrd="0" parTransId="{4C11D4A0-76E2-4ABF-A3D6-811A80DBA43B}" sibTransId="{3B1DF03C-D98A-4690-82FC-89B82BC9D1D3}"/>
    <dgm:cxn modelId="{EE36EB77-ADC0-45F0-8C55-539BE7D85668}" type="presOf" srcId="{95991D6C-7E39-47F8-93AB-3F1FABBFB5D1}" destId="{DB23F6D8-F606-4F8A-9779-361F6006F525}" srcOrd="0" destOrd="0" presId="urn:microsoft.com/office/officeart/2016/7/layout/LinearBlockProcessNumbered"/>
    <dgm:cxn modelId="{03CA657C-CF6B-4253-BD2F-9FEDF598E23F}" type="presOf" srcId="{CEAD6890-2740-4532-AF16-E11A533C5272}" destId="{4F624369-CD42-4DE3-91AA-CB3B17A8DE5C}" srcOrd="1" destOrd="0" presId="urn:microsoft.com/office/officeart/2016/7/layout/LinearBlockProcessNumbered"/>
    <dgm:cxn modelId="{ED248295-420E-4591-BA43-6ABF9389AAA0}" type="presOf" srcId="{3B1DF03C-D98A-4690-82FC-89B82BC9D1D3}" destId="{1F96A137-83B0-4605-812B-A94CEF2154F5}" srcOrd="0" destOrd="0" presId="urn:microsoft.com/office/officeart/2016/7/layout/LinearBlockProcessNumbered"/>
    <dgm:cxn modelId="{4DB50498-8B6E-4244-8CA6-D92C8BED4742}" srcId="{3F70F15B-E683-4F6E-9472-10BC3314A01B}" destId="{1A79818C-B941-4CA2-A04D-88CEF548D725}" srcOrd="1" destOrd="0" parTransId="{665E8800-76AF-404E-B629-870003851838}" sibTransId="{72CBAB4C-CE6D-4A59-B8A1-5B2173042568}"/>
    <dgm:cxn modelId="{2A201BA0-0082-4928-B694-EE6CE6A378AE}" type="presOf" srcId="{72CBAB4C-CE6D-4A59-B8A1-5B2173042568}" destId="{88E3445B-1A6C-4426-B755-EE50BE69C211}" srcOrd="0" destOrd="0" presId="urn:microsoft.com/office/officeart/2016/7/layout/LinearBlockProcessNumbered"/>
    <dgm:cxn modelId="{F8232BB0-0F8B-4C5E-9508-9410D7553821}" type="presOf" srcId="{3F5E8D8E-2D11-425B-936E-47D60E4AE8D5}" destId="{706D298A-3F17-4D41-A296-93A818293A56}" srcOrd="0" destOrd="0" presId="urn:microsoft.com/office/officeart/2016/7/layout/LinearBlockProcessNumbered"/>
    <dgm:cxn modelId="{C91E56B3-47BC-4CB0-A0CF-BD2BA4727614}" type="presOf" srcId="{1A79818C-B941-4CA2-A04D-88CEF548D725}" destId="{87BA8497-81BA-46C8-ADA6-F899A1F824A6}" srcOrd="1" destOrd="0" presId="urn:microsoft.com/office/officeart/2016/7/layout/LinearBlockProcessNumbered"/>
    <dgm:cxn modelId="{A2B996B3-FCCE-446D-A275-74F3E9490E35}" type="presOf" srcId="{9B93B357-61C2-4EF3-BED7-E9842BDEA662}" destId="{CFF147A4-2FDD-4412-955B-7978861DD16F}" srcOrd="0" destOrd="0" presId="urn:microsoft.com/office/officeart/2016/7/layout/LinearBlockProcessNumbered"/>
    <dgm:cxn modelId="{2AD110C1-24CD-40FD-A36D-B570F7AD816D}" type="presOf" srcId="{95991D6C-7E39-47F8-93AB-3F1FABBFB5D1}" destId="{86F992CF-1B19-4939-AB5B-BC9FD2E8F223}" srcOrd="1" destOrd="0" presId="urn:microsoft.com/office/officeart/2016/7/layout/LinearBlockProcessNumbered"/>
    <dgm:cxn modelId="{BFA67ED5-5FB6-4016-9CEC-7E5B402FED88}" srcId="{3F70F15B-E683-4F6E-9472-10BC3314A01B}" destId="{CEAD6890-2740-4532-AF16-E11A533C5272}" srcOrd="3" destOrd="0" parTransId="{EC2BBC70-7172-49DF-A693-15438E55B283}" sibTransId="{3F5E8D8E-2D11-425B-936E-47D60E4AE8D5}"/>
    <dgm:cxn modelId="{5904DBE7-7699-44DE-8577-C2B5DF13E6EE}" type="presOf" srcId="{3DBCD126-187E-48E7-B8F7-E9EF3922FD8E}" destId="{8E1B69B6-BC7D-47A6-83A3-DF34847D03D6}" srcOrd="0" destOrd="0" presId="urn:microsoft.com/office/officeart/2016/7/layout/LinearBlockProcessNumbered"/>
    <dgm:cxn modelId="{0BF4C6EC-C338-4F8E-B18A-6C1617CB71B2}" type="presOf" srcId="{9B93B357-61C2-4EF3-BED7-E9842BDEA662}" destId="{1CC1AABB-F5B9-4A20-9B15-8382410C6FFB}" srcOrd="1" destOrd="0" presId="urn:microsoft.com/office/officeart/2016/7/layout/LinearBlockProcessNumbered"/>
    <dgm:cxn modelId="{53295147-09C7-4C17-8CCD-EB3D8EEBE6FC}" type="presParOf" srcId="{52C4E664-EA2E-4AEF-ACF1-AEF08B72D3A0}" destId="{6D7BD16B-35ED-4B7A-8145-767A5A94CD22}" srcOrd="0" destOrd="0" presId="urn:microsoft.com/office/officeart/2016/7/layout/LinearBlockProcessNumbered"/>
    <dgm:cxn modelId="{748D82F1-9E54-45E5-A0E5-0C411B308195}" type="presParOf" srcId="{6D7BD16B-35ED-4B7A-8145-767A5A94CD22}" destId="{CFF147A4-2FDD-4412-955B-7978861DD16F}" srcOrd="0" destOrd="0" presId="urn:microsoft.com/office/officeart/2016/7/layout/LinearBlockProcessNumbered"/>
    <dgm:cxn modelId="{B5D1C59C-7707-46DA-8F39-B6317E70BF17}" type="presParOf" srcId="{6D7BD16B-35ED-4B7A-8145-767A5A94CD22}" destId="{8E1B69B6-BC7D-47A6-83A3-DF34847D03D6}" srcOrd="1" destOrd="0" presId="urn:microsoft.com/office/officeart/2016/7/layout/LinearBlockProcessNumbered"/>
    <dgm:cxn modelId="{1574037D-B947-46D7-BFE0-E6927963CD98}" type="presParOf" srcId="{6D7BD16B-35ED-4B7A-8145-767A5A94CD22}" destId="{1CC1AABB-F5B9-4A20-9B15-8382410C6FFB}" srcOrd="2" destOrd="0" presId="urn:microsoft.com/office/officeart/2016/7/layout/LinearBlockProcessNumbered"/>
    <dgm:cxn modelId="{246D36DC-4FB2-457A-9305-D6D76AD05567}" type="presParOf" srcId="{52C4E664-EA2E-4AEF-ACF1-AEF08B72D3A0}" destId="{0C685328-D466-405A-A080-286723D0A0B6}" srcOrd="1" destOrd="0" presId="urn:microsoft.com/office/officeart/2016/7/layout/LinearBlockProcessNumbered"/>
    <dgm:cxn modelId="{9ABFF374-E9C3-4E12-B631-3E5BCA088F63}" type="presParOf" srcId="{52C4E664-EA2E-4AEF-ACF1-AEF08B72D3A0}" destId="{3B501797-03AB-46E9-8527-6F0CE9D58736}" srcOrd="2" destOrd="0" presId="urn:microsoft.com/office/officeart/2016/7/layout/LinearBlockProcessNumbered"/>
    <dgm:cxn modelId="{F5720709-04B4-45AF-9361-0458C41919DB}" type="presParOf" srcId="{3B501797-03AB-46E9-8527-6F0CE9D58736}" destId="{50A1552C-B044-4E20-950B-FFA24288EA55}" srcOrd="0" destOrd="0" presId="urn:microsoft.com/office/officeart/2016/7/layout/LinearBlockProcessNumbered"/>
    <dgm:cxn modelId="{4366F614-A3E6-476E-BBC6-A9A983CB2603}" type="presParOf" srcId="{3B501797-03AB-46E9-8527-6F0CE9D58736}" destId="{88E3445B-1A6C-4426-B755-EE50BE69C211}" srcOrd="1" destOrd="0" presId="urn:microsoft.com/office/officeart/2016/7/layout/LinearBlockProcessNumbered"/>
    <dgm:cxn modelId="{6E3DC346-1DB4-4171-AB93-5E05920A462B}" type="presParOf" srcId="{3B501797-03AB-46E9-8527-6F0CE9D58736}" destId="{87BA8497-81BA-46C8-ADA6-F899A1F824A6}" srcOrd="2" destOrd="0" presId="urn:microsoft.com/office/officeart/2016/7/layout/LinearBlockProcessNumbered"/>
    <dgm:cxn modelId="{0641ABC4-BFB4-46BC-8BE8-C20F2B2CB529}" type="presParOf" srcId="{52C4E664-EA2E-4AEF-ACF1-AEF08B72D3A0}" destId="{E910F554-8C2D-4802-83ED-50B9A4FBC910}" srcOrd="3" destOrd="0" presId="urn:microsoft.com/office/officeart/2016/7/layout/LinearBlockProcessNumbered"/>
    <dgm:cxn modelId="{29D20E35-544A-40BA-909E-8AF0F9C40EAB}" type="presParOf" srcId="{52C4E664-EA2E-4AEF-ACF1-AEF08B72D3A0}" destId="{EA6450CD-2708-4D35-BA7A-CB718187A9E7}" srcOrd="4" destOrd="0" presId="urn:microsoft.com/office/officeart/2016/7/layout/LinearBlockProcessNumbered"/>
    <dgm:cxn modelId="{42F1138C-0F62-4F79-A518-2CAD05EFFDCA}" type="presParOf" srcId="{EA6450CD-2708-4D35-BA7A-CB718187A9E7}" destId="{DB23F6D8-F606-4F8A-9779-361F6006F525}" srcOrd="0" destOrd="0" presId="urn:microsoft.com/office/officeart/2016/7/layout/LinearBlockProcessNumbered"/>
    <dgm:cxn modelId="{A5745297-50D8-44DF-8DD6-29B9AB6F4482}" type="presParOf" srcId="{EA6450CD-2708-4D35-BA7A-CB718187A9E7}" destId="{1F96A137-83B0-4605-812B-A94CEF2154F5}" srcOrd="1" destOrd="0" presId="urn:microsoft.com/office/officeart/2016/7/layout/LinearBlockProcessNumbered"/>
    <dgm:cxn modelId="{185A0D33-FBCE-4078-A271-9DE8430ED6AF}" type="presParOf" srcId="{EA6450CD-2708-4D35-BA7A-CB718187A9E7}" destId="{86F992CF-1B19-4939-AB5B-BC9FD2E8F223}" srcOrd="2" destOrd="0" presId="urn:microsoft.com/office/officeart/2016/7/layout/LinearBlockProcessNumbered"/>
    <dgm:cxn modelId="{40D15BFB-AD9B-42CB-A5D4-EF363B80E143}" type="presParOf" srcId="{52C4E664-EA2E-4AEF-ACF1-AEF08B72D3A0}" destId="{36C6D27C-052E-48C2-96E3-5B89256F7CA6}" srcOrd="5" destOrd="0" presId="urn:microsoft.com/office/officeart/2016/7/layout/LinearBlockProcessNumbered"/>
    <dgm:cxn modelId="{99978CCF-2D11-49EB-8E43-AC17A373A53E}" type="presParOf" srcId="{52C4E664-EA2E-4AEF-ACF1-AEF08B72D3A0}" destId="{9CF02F39-FEFA-4209-BB06-7F3BA7F52ED1}" srcOrd="6" destOrd="0" presId="urn:microsoft.com/office/officeart/2016/7/layout/LinearBlockProcessNumbered"/>
    <dgm:cxn modelId="{0B4C8122-6F04-43A1-9E83-57BB44EE57C5}" type="presParOf" srcId="{9CF02F39-FEFA-4209-BB06-7F3BA7F52ED1}" destId="{EB39D437-E8A8-4A33-B035-F60626489AC1}" srcOrd="0" destOrd="0" presId="urn:microsoft.com/office/officeart/2016/7/layout/LinearBlockProcessNumbered"/>
    <dgm:cxn modelId="{3815BCA9-216F-429E-B632-2CF08A5141B0}" type="presParOf" srcId="{9CF02F39-FEFA-4209-BB06-7F3BA7F52ED1}" destId="{706D298A-3F17-4D41-A296-93A818293A56}" srcOrd="1" destOrd="0" presId="urn:microsoft.com/office/officeart/2016/7/layout/LinearBlockProcessNumbered"/>
    <dgm:cxn modelId="{ACF5CDCC-AC33-498A-AEC1-3D109B4C587D}" type="presParOf" srcId="{9CF02F39-FEFA-4209-BB06-7F3BA7F52ED1}" destId="{4F624369-CD42-4DE3-91AA-CB3B17A8DE5C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A246CEC-1306-4A66-98E0-EF94765A8210}" type="doc">
      <dgm:prSet loTypeId="urn:microsoft.com/office/officeart/2005/8/layout/vList2" loCatId="list" qsTypeId="urn:microsoft.com/office/officeart/2005/8/quickstyle/simple2" qsCatId="simple" csTypeId="urn:microsoft.com/office/officeart/2005/8/colors/accent6_2" csCatId="accent6"/>
      <dgm:spPr/>
      <dgm:t>
        <a:bodyPr/>
        <a:lstStyle/>
        <a:p>
          <a:endParaRPr lang="en-US"/>
        </a:p>
      </dgm:t>
    </dgm:pt>
    <dgm:pt modelId="{3445422B-2BD8-443F-AA73-7A64F754DC49}">
      <dgm:prSet/>
      <dgm:spPr/>
      <dgm:t>
        <a:bodyPr/>
        <a:lstStyle/>
        <a:p>
          <a:r>
            <a:rPr lang="da-DK"/>
            <a:t>Hvordan kan modellen bruges?</a:t>
          </a:r>
          <a:endParaRPr lang="en-US"/>
        </a:p>
      </dgm:t>
    </dgm:pt>
    <dgm:pt modelId="{C1D6DBA7-D950-4599-A199-8FE26D596BF5}" type="parTrans" cxnId="{B60F6173-EE6D-49DB-811D-04E719835348}">
      <dgm:prSet/>
      <dgm:spPr/>
      <dgm:t>
        <a:bodyPr/>
        <a:lstStyle/>
        <a:p>
          <a:endParaRPr lang="en-US"/>
        </a:p>
      </dgm:t>
    </dgm:pt>
    <dgm:pt modelId="{DCFCD04A-AAA0-40D9-9776-A8CEDCBCA4C1}" type="sibTrans" cxnId="{B60F6173-EE6D-49DB-811D-04E719835348}">
      <dgm:prSet/>
      <dgm:spPr/>
      <dgm:t>
        <a:bodyPr/>
        <a:lstStyle/>
        <a:p>
          <a:endParaRPr lang="en-US"/>
        </a:p>
      </dgm:t>
    </dgm:pt>
    <dgm:pt modelId="{CED9F7FD-E681-4FBB-B50D-C39EE5882EF2}">
      <dgm:prSet/>
      <dgm:spPr/>
      <dgm:t>
        <a:bodyPr/>
        <a:lstStyle/>
        <a:p>
          <a:r>
            <a:rPr lang="da-DK" b="1" dirty="0"/>
            <a:t>2 måneder før</a:t>
          </a:r>
          <a:endParaRPr lang="en-US" b="1" dirty="0"/>
        </a:p>
      </dgm:t>
    </dgm:pt>
    <dgm:pt modelId="{9E1A8D4C-9208-4F7E-81F9-1D10F41F37DF}" type="parTrans" cxnId="{0A994E63-C9E4-45B8-9C31-D0A97A886758}">
      <dgm:prSet/>
      <dgm:spPr/>
      <dgm:t>
        <a:bodyPr/>
        <a:lstStyle/>
        <a:p>
          <a:endParaRPr lang="en-US"/>
        </a:p>
      </dgm:t>
    </dgm:pt>
    <dgm:pt modelId="{3D9002B4-89C8-4091-A0AA-2C527AD41D1E}" type="sibTrans" cxnId="{0A994E63-C9E4-45B8-9C31-D0A97A886758}">
      <dgm:prSet/>
      <dgm:spPr/>
      <dgm:t>
        <a:bodyPr/>
        <a:lstStyle/>
        <a:p>
          <a:endParaRPr lang="en-US"/>
        </a:p>
      </dgm:t>
    </dgm:pt>
    <dgm:pt modelId="{5B885EED-E00C-4CF3-826F-42B0C650691E}">
      <dgm:prSet/>
      <dgm:spPr/>
      <dgm:t>
        <a:bodyPr/>
        <a:lstStyle/>
        <a:p>
          <a:r>
            <a:rPr lang="da-DK" dirty="0"/>
            <a:t>Grov planlægning</a:t>
          </a:r>
          <a:endParaRPr lang="en-US" dirty="0"/>
        </a:p>
      </dgm:t>
    </dgm:pt>
    <dgm:pt modelId="{8E601B51-EEC5-492C-A27D-70DBE889B1A8}" type="parTrans" cxnId="{B18D30EF-3710-46E4-BD52-EDD4E58EA887}">
      <dgm:prSet/>
      <dgm:spPr/>
      <dgm:t>
        <a:bodyPr/>
        <a:lstStyle/>
        <a:p>
          <a:endParaRPr lang="en-US"/>
        </a:p>
      </dgm:t>
    </dgm:pt>
    <dgm:pt modelId="{6499D907-08F5-4B54-8734-24D7FA5BDD20}" type="sibTrans" cxnId="{B18D30EF-3710-46E4-BD52-EDD4E58EA887}">
      <dgm:prSet/>
      <dgm:spPr/>
      <dgm:t>
        <a:bodyPr/>
        <a:lstStyle/>
        <a:p>
          <a:endParaRPr lang="en-US"/>
        </a:p>
      </dgm:t>
    </dgm:pt>
    <dgm:pt modelId="{21829F38-83AD-4310-ADF8-CA71CA8A6804}">
      <dgm:prSet/>
      <dgm:spPr/>
      <dgm:t>
        <a:bodyPr/>
        <a:lstStyle/>
        <a:p>
          <a:r>
            <a:rPr lang="da-DK" b="1" dirty="0"/>
            <a:t>10/7 dage før</a:t>
          </a:r>
          <a:endParaRPr lang="en-US" b="1" dirty="0"/>
        </a:p>
      </dgm:t>
    </dgm:pt>
    <dgm:pt modelId="{95BF6E8B-B714-4454-AB12-F77DEDC1EF43}" type="parTrans" cxnId="{FF3A951C-4084-4553-B349-CF7DB69B8248}">
      <dgm:prSet/>
      <dgm:spPr/>
      <dgm:t>
        <a:bodyPr/>
        <a:lstStyle/>
        <a:p>
          <a:endParaRPr lang="en-US"/>
        </a:p>
      </dgm:t>
    </dgm:pt>
    <dgm:pt modelId="{43DFFD32-5AB2-483D-B693-FE200999AF23}" type="sibTrans" cxnId="{FF3A951C-4084-4553-B349-CF7DB69B8248}">
      <dgm:prSet/>
      <dgm:spPr/>
      <dgm:t>
        <a:bodyPr/>
        <a:lstStyle/>
        <a:p>
          <a:endParaRPr lang="en-US"/>
        </a:p>
      </dgm:t>
    </dgm:pt>
    <dgm:pt modelId="{EB698142-613A-4F77-BF13-29EEFB511941}">
      <dgm:prSet/>
      <dgm:spPr/>
      <dgm:t>
        <a:bodyPr/>
        <a:lstStyle/>
        <a:p>
          <a:r>
            <a:rPr lang="da-DK"/>
            <a:t>Justering af bemanding og drift</a:t>
          </a:r>
          <a:endParaRPr lang="en-US"/>
        </a:p>
      </dgm:t>
    </dgm:pt>
    <dgm:pt modelId="{3AB88D79-8E34-4C22-9F7C-29DB0ADF482F}" type="parTrans" cxnId="{2BAAD8E6-3684-4D4E-9208-CC3654E0CE59}">
      <dgm:prSet/>
      <dgm:spPr/>
      <dgm:t>
        <a:bodyPr/>
        <a:lstStyle/>
        <a:p>
          <a:endParaRPr lang="en-US"/>
        </a:p>
      </dgm:t>
    </dgm:pt>
    <dgm:pt modelId="{E724C3BD-178D-4E63-80DC-344F66B36B08}" type="sibTrans" cxnId="{2BAAD8E6-3684-4D4E-9208-CC3654E0CE59}">
      <dgm:prSet/>
      <dgm:spPr/>
      <dgm:t>
        <a:bodyPr/>
        <a:lstStyle/>
        <a:p>
          <a:endParaRPr lang="en-US"/>
        </a:p>
      </dgm:t>
    </dgm:pt>
    <dgm:pt modelId="{F07D57F1-6AD2-41F7-8757-EEF79A971174}">
      <dgm:prSet/>
      <dgm:spPr/>
      <dgm:t>
        <a:bodyPr/>
        <a:lstStyle/>
        <a:p>
          <a:r>
            <a:rPr lang="da-DK" b="1" dirty="0"/>
            <a:t>3 dage før</a:t>
          </a:r>
          <a:endParaRPr lang="en-US" b="1" dirty="0"/>
        </a:p>
      </dgm:t>
    </dgm:pt>
    <dgm:pt modelId="{D163351E-B505-4ACC-9CFD-8F1C98314F07}" type="parTrans" cxnId="{DEF05245-90DD-4DD2-80C9-AD610F04268B}">
      <dgm:prSet/>
      <dgm:spPr/>
      <dgm:t>
        <a:bodyPr/>
        <a:lstStyle/>
        <a:p>
          <a:endParaRPr lang="en-US"/>
        </a:p>
      </dgm:t>
    </dgm:pt>
    <dgm:pt modelId="{CB43233C-F838-45E5-BAA6-A78A37EB7C35}" type="sibTrans" cxnId="{DEF05245-90DD-4DD2-80C9-AD610F04268B}">
      <dgm:prSet/>
      <dgm:spPr/>
      <dgm:t>
        <a:bodyPr/>
        <a:lstStyle/>
        <a:p>
          <a:endParaRPr lang="en-US"/>
        </a:p>
      </dgm:t>
    </dgm:pt>
    <dgm:pt modelId="{928C7444-5290-447B-B7D0-1312FC11E059}">
      <dgm:prSet/>
      <dgm:spPr/>
      <dgm:t>
        <a:bodyPr/>
        <a:lstStyle/>
        <a:p>
          <a:r>
            <a:rPr lang="da-DK"/>
            <a:t>Næsten endelig kapacitetsvurdering</a:t>
          </a:r>
          <a:endParaRPr lang="en-US"/>
        </a:p>
      </dgm:t>
    </dgm:pt>
    <dgm:pt modelId="{EC89BDF1-1BDB-4BE1-8B73-33F154EB7DBB}" type="parTrans" cxnId="{D19BC251-792B-449E-8DEE-45A9A9FD89CB}">
      <dgm:prSet/>
      <dgm:spPr/>
      <dgm:t>
        <a:bodyPr/>
        <a:lstStyle/>
        <a:p>
          <a:endParaRPr lang="en-US"/>
        </a:p>
      </dgm:t>
    </dgm:pt>
    <dgm:pt modelId="{605AED68-5939-4D5A-972B-F8A6675E9BC1}" type="sibTrans" cxnId="{D19BC251-792B-449E-8DEE-45A9A9FD89CB}">
      <dgm:prSet/>
      <dgm:spPr/>
      <dgm:t>
        <a:bodyPr/>
        <a:lstStyle/>
        <a:p>
          <a:endParaRPr lang="en-US"/>
        </a:p>
      </dgm:t>
    </dgm:pt>
    <dgm:pt modelId="{5281C71F-7B37-4FA0-883A-CF744E83A52D}" type="pres">
      <dgm:prSet presAssocID="{DA246CEC-1306-4A66-98E0-EF94765A8210}" presName="linear" presStyleCnt="0">
        <dgm:presLayoutVars>
          <dgm:animLvl val="lvl"/>
          <dgm:resizeHandles val="exact"/>
        </dgm:presLayoutVars>
      </dgm:prSet>
      <dgm:spPr/>
    </dgm:pt>
    <dgm:pt modelId="{AD8D8DD0-C3F9-418B-B11A-6251EE33EBF1}" type="pres">
      <dgm:prSet presAssocID="{3445422B-2BD8-443F-AA73-7A64F754DC49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D30633D6-3912-45D5-B04E-7C237A06234F}" type="pres">
      <dgm:prSet presAssocID="{3445422B-2BD8-443F-AA73-7A64F754DC49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CBD95E07-A29D-4AB3-A0DF-83410E319FCE}" type="presOf" srcId="{21829F38-83AD-4310-ADF8-CA71CA8A6804}" destId="{D30633D6-3912-45D5-B04E-7C237A06234F}" srcOrd="0" destOrd="2" presId="urn:microsoft.com/office/officeart/2005/8/layout/vList2"/>
    <dgm:cxn modelId="{FF3A951C-4084-4553-B349-CF7DB69B8248}" srcId="{3445422B-2BD8-443F-AA73-7A64F754DC49}" destId="{21829F38-83AD-4310-ADF8-CA71CA8A6804}" srcOrd="1" destOrd="0" parTransId="{95BF6E8B-B714-4454-AB12-F77DEDC1EF43}" sibTransId="{43DFFD32-5AB2-483D-B693-FE200999AF23}"/>
    <dgm:cxn modelId="{EA17151E-8C45-4E53-BB72-DA261A05847B}" type="presOf" srcId="{5B885EED-E00C-4CF3-826F-42B0C650691E}" destId="{D30633D6-3912-45D5-B04E-7C237A06234F}" srcOrd="0" destOrd="1" presId="urn:microsoft.com/office/officeart/2005/8/layout/vList2"/>
    <dgm:cxn modelId="{E83CAD61-3A70-477D-84BC-E3ED2877B20D}" type="presOf" srcId="{CED9F7FD-E681-4FBB-B50D-C39EE5882EF2}" destId="{D30633D6-3912-45D5-B04E-7C237A06234F}" srcOrd="0" destOrd="0" presId="urn:microsoft.com/office/officeart/2005/8/layout/vList2"/>
    <dgm:cxn modelId="{0A994E63-C9E4-45B8-9C31-D0A97A886758}" srcId="{3445422B-2BD8-443F-AA73-7A64F754DC49}" destId="{CED9F7FD-E681-4FBB-B50D-C39EE5882EF2}" srcOrd="0" destOrd="0" parTransId="{9E1A8D4C-9208-4F7E-81F9-1D10F41F37DF}" sibTransId="{3D9002B4-89C8-4091-A0AA-2C527AD41D1E}"/>
    <dgm:cxn modelId="{2FE1CD43-75CB-4E10-B1EC-29C1ECA5F8D7}" type="presOf" srcId="{DA246CEC-1306-4A66-98E0-EF94765A8210}" destId="{5281C71F-7B37-4FA0-883A-CF744E83A52D}" srcOrd="0" destOrd="0" presId="urn:microsoft.com/office/officeart/2005/8/layout/vList2"/>
    <dgm:cxn modelId="{DEF05245-90DD-4DD2-80C9-AD610F04268B}" srcId="{3445422B-2BD8-443F-AA73-7A64F754DC49}" destId="{F07D57F1-6AD2-41F7-8757-EEF79A971174}" srcOrd="2" destOrd="0" parTransId="{D163351E-B505-4ACC-9CFD-8F1C98314F07}" sibTransId="{CB43233C-F838-45E5-BAA6-A78A37EB7C35}"/>
    <dgm:cxn modelId="{D19BC251-792B-449E-8DEE-45A9A9FD89CB}" srcId="{F07D57F1-6AD2-41F7-8757-EEF79A971174}" destId="{928C7444-5290-447B-B7D0-1312FC11E059}" srcOrd="0" destOrd="0" parTransId="{EC89BDF1-1BDB-4BE1-8B73-33F154EB7DBB}" sibTransId="{605AED68-5939-4D5A-972B-F8A6675E9BC1}"/>
    <dgm:cxn modelId="{B60F6173-EE6D-49DB-811D-04E719835348}" srcId="{DA246CEC-1306-4A66-98E0-EF94765A8210}" destId="{3445422B-2BD8-443F-AA73-7A64F754DC49}" srcOrd="0" destOrd="0" parTransId="{C1D6DBA7-D950-4599-A199-8FE26D596BF5}" sibTransId="{DCFCD04A-AAA0-40D9-9776-A8CEDCBCA4C1}"/>
    <dgm:cxn modelId="{57562556-7212-4A79-BC97-4EA3870056DF}" type="presOf" srcId="{EB698142-613A-4F77-BF13-29EEFB511941}" destId="{D30633D6-3912-45D5-B04E-7C237A06234F}" srcOrd="0" destOrd="3" presId="urn:microsoft.com/office/officeart/2005/8/layout/vList2"/>
    <dgm:cxn modelId="{854D5196-160F-45AA-BBE6-41D5C9B32FAA}" type="presOf" srcId="{F07D57F1-6AD2-41F7-8757-EEF79A971174}" destId="{D30633D6-3912-45D5-B04E-7C237A06234F}" srcOrd="0" destOrd="4" presId="urn:microsoft.com/office/officeart/2005/8/layout/vList2"/>
    <dgm:cxn modelId="{176E49B2-A9DC-4589-910E-FD13715CD55D}" type="presOf" srcId="{3445422B-2BD8-443F-AA73-7A64F754DC49}" destId="{AD8D8DD0-C3F9-418B-B11A-6251EE33EBF1}" srcOrd="0" destOrd="0" presId="urn:microsoft.com/office/officeart/2005/8/layout/vList2"/>
    <dgm:cxn modelId="{3D70ABC4-2350-48F5-87B4-1A852773D104}" type="presOf" srcId="{928C7444-5290-447B-B7D0-1312FC11E059}" destId="{D30633D6-3912-45D5-B04E-7C237A06234F}" srcOrd="0" destOrd="5" presId="urn:microsoft.com/office/officeart/2005/8/layout/vList2"/>
    <dgm:cxn modelId="{2BAAD8E6-3684-4D4E-9208-CC3654E0CE59}" srcId="{21829F38-83AD-4310-ADF8-CA71CA8A6804}" destId="{EB698142-613A-4F77-BF13-29EEFB511941}" srcOrd="0" destOrd="0" parTransId="{3AB88D79-8E34-4C22-9F7C-29DB0ADF482F}" sibTransId="{E724C3BD-178D-4E63-80DC-344F66B36B08}"/>
    <dgm:cxn modelId="{B18D30EF-3710-46E4-BD52-EDD4E58EA887}" srcId="{CED9F7FD-E681-4FBB-B50D-C39EE5882EF2}" destId="{5B885EED-E00C-4CF3-826F-42B0C650691E}" srcOrd="0" destOrd="0" parTransId="{8E601B51-EEC5-492C-A27D-70DBE889B1A8}" sibTransId="{6499D907-08F5-4B54-8734-24D7FA5BDD20}"/>
    <dgm:cxn modelId="{58A97E7D-6539-46DF-BFC2-2031D9EE05C3}" type="presParOf" srcId="{5281C71F-7B37-4FA0-883A-CF744E83A52D}" destId="{AD8D8DD0-C3F9-418B-B11A-6251EE33EBF1}" srcOrd="0" destOrd="0" presId="urn:microsoft.com/office/officeart/2005/8/layout/vList2"/>
    <dgm:cxn modelId="{EDCAE8E3-31C0-4014-874E-8DDEA6EB83E6}" type="presParOf" srcId="{5281C71F-7B37-4FA0-883A-CF744E83A52D}" destId="{D30633D6-3912-45D5-B04E-7C237A06234F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3E29366-73A2-4056-94C7-E7A7E6550A1D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7DB20C1B-E213-4CDC-97C8-9878B6FF2C81}">
      <dgm:prSet custT="1"/>
      <dgm:spPr/>
      <dgm:t>
        <a:bodyPr/>
        <a:lstStyle/>
        <a:p>
          <a:r>
            <a:rPr lang="da-DK" sz="2600" dirty="0"/>
            <a:t>Flere forklarende variabler</a:t>
          </a:r>
        </a:p>
        <a:p>
          <a:r>
            <a:rPr lang="en-US" sz="2000" dirty="0"/>
            <a:t>- Events &amp; Stilling I </a:t>
          </a:r>
          <a:r>
            <a:rPr lang="en-US" sz="2000" dirty="0" err="1"/>
            <a:t>tabellen</a:t>
          </a:r>
          <a:endParaRPr lang="en-US" sz="2000" dirty="0"/>
        </a:p>
      </dgm:t>
    </dgm:pt>
    <dgm:pt modelId="{3770B954-093C-4232-947F-DB6CCFEBFAC9}" type="parTrans" cxnId="{F9FD83C4-9B4F-4AAB-983F-5A6F6C7C0C3D}">
      <dgm:prSet/>
      <dgm:spPr/>
      <dgm:t>
        <a:bodyPr/>
        <a:lstStyle/>
        <a:p>
          <a:endParaRPr lang="en-US"/>
        </a:p>
      </dgm:t>
    </dgm:pt>
    <dgm:pt modelId="{C576A0E7-587D-4D72-B559-2686A91397A6}" type="sibTrans" cxnId="{F9FD83C4-9B4F-4AAB-983F-5A6F6C7C0C3D}">
      <dgm:prSet/>
      <dgm:spPr/>
      <dgm:t>
        <a:bodyPr/>
        <a:lstStyle/>
        <a:p>
          <a:endParaRPr lang="en-US"/>
        </a:p>
      </dgm:t>
    </dgm:pt>
    <dgm:pt modelId="{22A608FC-6102-4F86-934D-D214EA12972F}">
      <dgm:prSet custT="1"/>
      <dgm:spPr/>
      <dgm:t>
        <a:bodyPr/>
        <a:lstStyle/>
        <a:p>
          <a:r>
            <a:rPr lang="en-US" sz="2600" dirty="0" err="1"/>
            <a:t>Modellering</a:t>
          </a:r>
          <a:r>
            <a:rPr lang="en-US" sz="2600" dirty="0"/>
            <a:t> 2 </a:t>
          </a:r>
          <a:r>
            <a:rPr lang="en-US" sz="2600" dirty="0" err="1"/>
            <a:t>måneder</a:t>
          </a:r>
          <a:r>
            <a:rPr lang="en-US" sz="2600" dirty="0"/>
            <a:t> for </a:t>
          </a:r>
          <a:r>
            <a:rPr lang="en-US" sz="2600" dirty="0" err="1"/>
            <a:t>kamp</a:t>
          </a:r>
          <a:r>
            <a:rPr lang="en-US" sz="2600" dirty="0"/>
            <a:t> er irrelevant</a:t>
          </a:r>
        </a:p>
        <a:p>
          <a:r>
            <a:rPr lang="en-US" sz="2000" dirty="0"/>
            <a:t>- Mangel </a:t>
          </a:r>
          <a:r>
            <a:rPr lang="en-US" sz="2000" dirty="0" err="1"/>
            <a:t>på</a:t>
          </a:r>
          <a:r>
            <a:rPr lang="en-US" sz="2000" dirty="0"/>
            <a:t> </a:t>
          </a:r>
          <a:r>
            <a:rPr lang="en-US" sz="2000" dirty="0" err="1"/>
            <a:t>forklarende</a:t>
          </a:r>
          <a:r>
            <a:rPr lang="en-US" sz="2000" dirty="0"/>
            <a:t> </a:t>
          </a:r>
          <a:r>
            <a:rPr lang="en-US" sz="2000" dirty="0" err="1"/>
            <a:t>variabler</a:t>
          </a:r>
          <a:r>
            <a:rPr lang="en-US" sz="2000" dirty="0"/>
            <a:t> </a:t>
          </a:r>
          <a:r>
            <a:rPr lang="en-US" sz="2000" dirty="0" err="1"/>
            <a:t>og</a:t>
          </a:r>
          <a:r>
            <a:rPr lang="en-US" sz="2000" dirty="0"/>
            <a:t> den giver </a:t>
          </a:r>
          <a:r>
            <a:rPr lang="en-US" sz="2000" dirty="0" err="1"/>
            <a:t>ikke</a:t>
          </a:r>
          <a:r>
            <a:rPr lang="en-US" sz="2000" dirty="0"/>
            <a:t>  </a:t>
          </a:r>
          <a:r>
            <a:rPr lang="en-US" sz="2000" dirty="0" err="1"/>
            <a:t>værdi</a:t>
          </a:r>
          <a:r>
            <a:rPr lang="en-US" sz="2000" dirty="0"/>
            <a:t> for VFF</a:t>
          </a:r>
        </a:p>
      </dgm:t>
    </dgm:pt>
    <dgm:pt modelId="{5C65F21A-128B-4714-8844-0390AFF268AC}" type="parTrans" cxnId="{A72EADC7-0D8A-4E8A-BA51-8FC0AA959264}">
      <dgm:prSet/>
      <dgm:spPr/>
      <dgm:t>
        <a:bodyPr/>
        <a:lstStyle/>
        <a:p>
          <a:endParaRPr lang="en-US"/>
        </a:p>
      </dgm:t>
    </dgm:pt>
    <dgm:pt modelId="{4D4FAE93-624D-480F-A248-FB57BB15F05B}" type="sibTrans" cxnId="{A72EADC7-0D8A-4E8A-BA51-8FC0AA959264}">
      <dgm:prSet/>
      <dgm:spPr/>
      <dgm:t>
        <a:bodyPr/>
        <a:lstStyle/>
        <a:p>
          <a:endParaRPr lang="en-US"/>
        </a:p>
      </dgm:t>
    </dgm:pt>
    <dgm:pt modelId="{994131EF-AFDE-4B88-83E0-7C4106B972F3}" type="pres">
      <dgm:prSet presAssocID="{03E29366-73A2-4056-94C7-E7A7E6550A1D}" presName="vert0" presStyleCnt="0">
        <dgm:presLayoutVars>
          <dgm:dir/>
          <dgm:animOne val="branch"/>
          <dgm:animLvl val="lvl"/>
        </dgm:presLayoutVars>
      </dgm:prSet>
      <dgm:spPr/>
    </dgm:pt>
    <dgm:pt modelId="{DC6911C2-D1D0-42D6-AECF-16A266160413}" type="pres">
      <dgm:prSet presAssocID="{7DB20C1B-E213-4CDC-97C8-9878B6FF2C81}" presName="thickLine" presStyleLbl="alignNode1" presStyleIdx="0" presStyleCnt="2"/>
      <dgm:spPr/>
    </dgm:pt>
    <dgm:pt modelId="{D526E2C5-EB3D-487D-A537-D126082761EA}" type="pres">
      <dgm:prSet presAssocID="{7DB20C1B-E213-4CDC-97C8-9878B6FF2C81}" presName="horz1" presStyleCnt="0"/>
      <dgm:spPr/>
    </dgm:pt>
    <dgm:pt modelId="{54F953B3-2FE6-4FF3-817A-EF43D4E2FB5F}" type="pres">
      <dgm:prSet presAssocID="{7DB20C1B-E213-4CDC-97C8-9878B6FF2C81}" presName="tx1" presStyleLbl="revTx" presStyleIdx="0" presStyleCnt="2"/>
      <dgm:spPr/>
    </dgm:pt>
    <dgm:pt modelId="{C1F2D4BA-15E4-4ADF-A7C3-3DD07442902F}" type="pres">
      <dgm:prSet presAssocID="{7DB20C1B-E213-4CDC-97C8-9878B6FF2C81}" presName="vert1" presStyleCnt="0"/>
      <dgm:spPr/>
    </dgm:pt>
    <dgm:pt modelId="{ED57D95A-CF33-4C22-818E-4DECECE859F7}" type="pres">
      <dgm:prSet presAssocID="{22A608FC-6102-4F86-934D-D214EA12972F}" presName="thickLine" presStyleLbl="alignNode1" presStyleIdx="1" presStyleCnt="2"/>
      <dgm:spPr/>
    </dgm:pt>
    <dgm:pt modelId="{BB6F128F-E916-4C4E-B384-E4D8C855E927}" type="pres">
      <dgm:prSet presAssocID="{22A608FC-6102-4F86-934D-D214EA12972F}" presName="horz1" presStyleCnt="0"/>
      <dgm:spPr/>
    </dgm:pt>
    <dgm:pt modelId="{4CB67EE0-3325-4E8A-AF7A-2C4B98D36348}" type="pres">
      <dgm:prSet presAssocID="{22A608FC-6102-4F86-934D-D214EA12972F}" presName="tx1" presStyleLbl="revTx" presStyleIdx="1" presStyleCnt="2"/>
      <dgm:spPr/>
    </dgm:pt>
    <dgm:pt modelId="{F947DA80-C086-4465-B841-2B8131A60AA7}" type="pres">
      <dgm:prSet presAssocID="{22A608FC-6102-4F86-934D-D214EA12972F}" presName="vert1" presStyleCnt="0"/>
      <dgm:spPr/>
    </dgm:pt>
  </dgm:ptLst>
  <dgm:cxnLst>
    <dgm:cxn modelId="{35439506-014D-47BA-A492-98EE65B9B432}" type="presOf" srcId="{22A608FC-6102-4F86-934D-D214EA12972F}" destId="{4CB67EE0-3325-4E8A-AF7A-2C4B98D36348}" srcOrd="0" destOrd="0" presId="urn:microsoft.com/office/officeart/2008/layout/LinedList"/>
    <dgm:cxn modelId="{6F240B3B-315F-4E93-A106-923D5A86A545}" type="presOf" srcId="{03E29366-73A2-4056-94C7-E7A7E6550A1D}" destId="{994131EF-AFDE-4B88-83E0-7C4106B972F3}" srcOrd="0" destOrd="0" presId="urn:microsoft.com/office/officeart/2008/layout/LinedList"/>
    <dgm:cxn modelId="{F9FD83C4-9B4F-4AAB-983F-5A6F6C7C0C3D}" srcId="{03E29366-73A2-4056-94C7-E7A7E6550A1D}" destId="{7DB20C1B-E213-4CDC-97C8-9878B6FF2C81}" srcOrd="0" destOrd="0" parTransId="{3770B954-093C-4232-947F-DB6CCFEBFAC9}" sibTransId="{C576A0E7-587D-4D72-B559-2686A91397A6}"/>
    <dgm:cxn modelId="{A72EADC7-0D8A-4E8A-BA51-8FC0AA959264}" srcId="{03E29366-73A2-4056-94C7-E7A7E6550A1D}" destId="{22A608FC-6102-4F86-934D-D214EA12972F}" srcOrd="1" destOrd="0" parTransId="{5C65F21A-128B-4714-8844-0390AFF268AC}" sibTransId="{4D4FAE93-624D-480F-A248-FB57BB15F05B}"/>
    <dgm:cxn modelId="{F071BCED-5367-462A-A690-C8424D2B898C}" type="presOf" srcId="{7DB20C1B-E213-4CDC-97C8-9878B6FF2C81}" destId="{54F953B3-2FE6-4FF3-817A-EF43D4E2FB5F}" srcOrd="0" destOrd="0" presId="urn:microsoft.com/office/officeart/2008/layout/LinedList"/>
    <dgm:cxn modelId="{0901EFCE-D846-414F-AEA5-E3E26A06669E}" type="presParOf" srcId="{994131EF-AFDE-4B88-83E0-7C4106B972F3}" destId="{DC6911C2-D1D0-42D6-AECF-16A266160413}" srcOrd="0" destOrd="0" presId="urn:microsoft.com/office/officeart/2008/layout/LinedList"/>
    <dgm:cxn modelId="{79AC524D-4E70-4770-9FA3-A6E4185B7457}" type="presParOf" srcId="{994131EF-AFDE-4B88-83E0-7C4106B972F3}" destId="{D526E2C5-EB3D-487D-A537-D126082761EA}" srcOrd="1" destOrd="0" presId="urn:microsoft.com/office/officeart/2008/layout/LinedList"/>
    <dgm:cxn modelId="{732869A5-872E-449C-BB6A-F5FEEA383A6B}" type="presParOf" srcId="{D526E2C5-EB3D-487D-A537-D126082761EA}" destId="{54F953B3-2FE6-4FF3-817A-EF43D4E2FB5F}" srcOrd="0" destOrd="0" presId="urn:microsoft.com/office/officeart/2008/layout/LinedList"/>
    <dgm:cxn modelId="{4D312D2A-DFC1-4DA3-828B-D8738B8BCC25}" type="presParOf" srcId="{D526E2C5-EB3D-487D-A537-D126082761EA}" destId="{C1F2D4BA-15E4-4ADF-A7C3-3DD07442902F}" srcOrd="1" destOrd="0" presId="urn:microsoft.com/office/officeart/2008/layout/LinedList"/>
    <dgm:cxn modelId="{6AE140FF-9612-49F6-A986-55BA72161CDC}" type="presParOf" srcId="{994131EF-AFDE-4B88-83E0-7C4106B972F3}" destId="{ED57D95A-CF33-4C22-818E-4DECECE859F7}" srcOrd="2" destOrd="0" presId="urn:microsoft.com/office/officeart/2008/layout/LinedList"/>
    <dgm:cxn modelId="{F5470FFB-3912-4D9F-A8F1-B12F1B94244B}" type="presParOf" srcId="{994131EF-AFDE-4B88-83E0-7C4106B972F3}" destId="{BB6F128F-E916-4C4E-B384-E4D8C855E927}" srcOrd="3" destOrd="0" presId="urn:microsoft.com/office/officeart/2008/layout/LinedList"/>
    <dgm:cxn modelId="{23B4968C-CD8F-4D1F-AE65-5D784DF166D9}" type="presParOf" srcId="{BB6F128F-E916-4C4E-B384-E4D8C855E927}" destId="{4CB67EE0-3325-4E8A-AF7A-2C4B98D36348}" srcOrd="0" destOrd="0" presId="urn:microsoft.com/office/officeart/2008/layout/LinedList"/>
    <dgm:cxn modelId="{E72931E8-39FB-43FC-95FA-74BE9941BA64}" type="presParOf" srcId="{BB6F128F-E916-4C4E-B384-E4D8C855E927}" destId="{F947DA80-C086-4465-B841-2B8131A60AA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3E29366-73A2-4056-94C7-E7A7E6550A1D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DB20C1B-E213-4CDC-97C8-9878B6FF2C81}">
      <dgm:prSet custT="1"/>
      <dgm:spPr/>
      <dgm:t>
        <a:bodyPr/>
        <a:lstStyle/>
        <a:p>
          <a:r>
            <a:rPr lang="da-DK" sz="2600" dirty="0"/>
            <a:t>Praktikanterne viser frustration ved modtagelse af forskellige typer data:</a:t>
          </a:r>
        </a:p>
        <a:p>
          <a:r>
            <a:rPr lang="en-US" sz="2000" dirty="0"/>
            <a:t>- De </a:t>
          </a:r>
          <a:r>
            <a:rPr lang="en-US" sz="2000" dirty="0" err="1"/>
            <a:t>kan</a:t>
          </a:r>
          <a:r>
            <a:rPr lang="en-US" sz="2000" dirty="0"/>
            <a:t> lave </a:t>
          </a:r>
          <a:r>
            <a:rPr lang="en-US" sz="2000" dirty="0" err="1"/>
            <a:t>en</a:t>
          </a:r>
          <a:r>
            <a:rPr lang="en-US" sz="2000" dirty="0"/>
            <a:t> data-pipeline.</a:t>
          </a:r>
        </a:p>
      </dgm:t>
    </dgm:pt>
    <dgm:pt modelId="{3770B954-093C-4232-947F-DB6CCFEBFAC9}" type="parTrans" cxnId="{F9FD83C4-9B4F-4AAB-983F-5A6F6C7C0C3D}">
      <dgm:prSet/>
      <dgm:spPr/>
      <dgm:t>
        <a:bodyPr/>
        <a:lstStyle/>
        <a:p>
          <a:endParaRPr lang="en-US"/>
        </a:p>
      </dgm:t>
    </dgm:pt>
    <dgm:pt modelId="{C576A0E7-587D-4D72-B559-2686A91397A6}" type="sibTrans" cxnId="{F9FD83C4-9B4F-4AAB-983F-5A6F6C7C0C3D}">
      <dgm:prSet/>
      <dgm:spPr/>
      <dgm:t>
        <a:bodyPr/>
        <a:lstStyle/>
        <a:p>
          <a:endParaRPr lang="en-US"/>
        </a:p>
      </dgm:t>
    </dgm:pt>
    <dgm:pt modelId="{22A608FC-6102-4F86-934D-D214EA12972F}">
      <dgm:prSet custT="1"/>
      <dgm:spPr/>
      <dgm:t>
        <a:bodyPr/>
        <a:lstStyle/>
        <a:p>
          <a:r>
            <a:rPr lang="en-US" sz="2600" dirty="0"/>
            <a:t>De er </a:t>
          </a:r>
          <a:r>
            <a:rPr lang="en-US" sz="2600" dirty="0" err="1"/>
            <a:t>nysgerrige</a:t>
          </a:r>
          <a:r>
            <a:rPr lang="en-US" sz="2600" dirty="0"/>
            <a:t> </a:t>
          </a:r>
          <a:r>
            <a:rPr lang="en-US" sz="2600" dirty="0" err="1"/>
            <a:t>på</a:t>
          </a:r>
          <a:r>
            <a:rPr lang="en-US" sz="2600" dirty="0"/>
            <a:t> </a:t>
          </a:r>
          <a:r>
            <a:rPr lang="en-US" sz="2600" dirty="0" err="1"/>
            <a:t>udnyttelse</a:t>
          </a:r>
          <a:r>
            <a:rPr lang="en-US" sz="2600" dirty="0"/>
            <a:t> </a:t>
          </a:r>
          <a:r>
            <a:rPr lang="en-US" sz="2600" dirty="0" err="1"/>
            <a:t>af</a:t>
          </a:r>
          <a:r>
            <a:rPr lang="en-US" sz="2600" dirty="0"/>
            <a:t> data:</a:t>
          </a:r>
        </a:p>
        <a:p>
          <a:r>
            <a:rPr lang="en-US" sz="2000" dirty="0"/>
            <a:t>- </a:t>
          </a:r>
          <a:r>
            <a:rPr lang="en-US" sz="2000" dirty="0" err="1"/>
            <a:t>Ansættelse</a:t>
          </a:r>
          <a:r>
            <a:rPr lang="en-US" sz="2000" dirty="0"/>
            <a:t> </a:t>
          </a:r>
          <a:r>
            <a:rPr lang="en-US" sz="2000" dirty="0" err="1"/>
            <a:t>af</a:t>
          </a:r>
          <a:r>
            <a:rPr lang="en-US" sz="2000" dirty="0"/>
            <a:t> </a:t>
          </a:r>
          <a:r>
            <a:rPr lang="en-US" sz="2000" dirty="0" err="1"/>
            <a:t>medarbejder</a:t>
          </a:r>
          <a:r>
            <a:rPr lang="en-US" sz="2000" dirty="0"/>
            <a:t> I </a:t>
          </a:r>
          <a:r>
            <a:rPr lang="en-US" sz="2000" dirty="0" err="1"/>
            <a:t>dataafdelingen</a:t>
          </a:r>
          <a:endParaRPr lang="en-US" sz="2000" dirty="0"/>
        </a:p>
      </dgm:t>
    </dgm:pt>
    <dgm:pt modelId="{5C65F21A-128B-4714-8844-0390AFF268AC}" type="parTrans" cxnId="{A72EADC7-0D8A-4E8A-BA51-8FC0AA959264}">
      <dgm:prSet/>
      <dgm:spPr/>
      <dgm:t>
        <a:bodyPr/>
        <a:lstStyle/>
        <a:p>
          <a:endParaRPr lang="en-US"/>
        </a:p>
      </dgm:t>
    </dgm:pt>
    <dgm:pt modelId="{4D4FAE93-624D-480F-A248-FB57BB15F05B}" type="sibTrans" cxnId="{A72EADC7-0D8A-4E8A-BA51-8FC0AA959264}">
      <dgm:prSet/>
      <dgm:spPr/>
      <dgm:t>
        <a:bodyPr/>
        <a:lstStyle/>
        <a:p>
          <a:endParaRPr lang="en-US"/>
        </a:p>
      </dgm:t>
    </dgm:pt>
    <dgm:pt modelId="{F529C8CD-BE62-194A-BAF3-CB2C46576EC9}">
      <dgm:prSet custT="1"/>
      <dgm:spPr/>
      <dgm:t>
        <a:bodyPr/>
        <a:lstStyle/>
        <a:p>
          <a:r>
            <a:rPr lang="da-DK" sz="2600" dirty="0"/>
            <a:t>Hvordan skaber det værdi for VFF?</a:t>
          </a:r>
          <a:endParaRPr lang="en-US" sz="2600" dirty="0"/>
        </a:p>
      </dgm:t>
    </dgm:pt>
    <dgm:pt modelId="{E43A9588-45C6-8E4D-BFDA-958D40C4F6D7}" type="parTrans" cxnId="{86C570EB-0AE9-8943-A853-3A4622AEE7EF}">
      <dgm:prSet/>
      <dgm:spPr/>
      <dgm:t>
        <a:bodyPr/>
        <a:lstStyle/>
        <a:p>
          <a:endParaRPr lang="da-DK"/>
        </a:p>
      </dgm:t>
    </dgm:pt>
    <dgm:pt modelId="{C32F8F10-C4E3-E641-A8BF-9ADD07FCDC42}" type="sibTrans" cxnId="{86C570EB-0AE9-8943-A853-3A4622AEE7EF}">
      <dgm:prSet/>
      <dgm:spPr/>
      <dgm:t>
        <a:bodyPr/>
        <a:lstStyle/>
        <a:p>
          <a:endParaRPr lang="da-DK"/>
        </a:p>
      </dgm:t>
    </dgm:pt>
    <dgm:pt modelId="{120CFE92-9F1E-F04F-AC0A-4FB9BE3D543F}" type="pres">
      <dgm:prSet presAssocID="{03E29366-73A2-4056-94C7-E7A7E6550A1D}" presName="vert0" presStyleCnt="0">
        <dgm:presLayoutVars>
          <dgm:dir/>
          <dgm:animOne val="branch"/>
          <dgm:animLvl val="lvl"/>
        </dgm:presLayoutVars>
      </dgm:prSet>
      <dgm:spPr/>
    </dgm:pt>
    <dgm:pt modelId="{49E28AF8-CA1E-6F4B-8B5B-CE98537FC695}" type="pres">
      <dgm:prSet presAssocID="{7DB20C1B-E213-4CDC-97C8-9878B6FF2C81}" presName="thickLine" presStyleLbl="alignNode1" presStyleIdx="0" presStyleCnt="3"/>
      <dgm:spPr/>
    </dgm:pt>
    <dgm:pt modelId="{A4D391B8-5698-174F-B74E-C09E6B743E7E}" type="pres">
      <dgm:prSet presAssocID="{7DB20C1B-E213-4CDC-97C8-9878B6FF2C81}" presName="horz1" presStyleCnt="0"/>
      <dgm:spPr/>
    </dgm:pt>
    <dgm:pt modelId="{B8C9ACA5-D249-4A49-90B8-343369BC72D1}" type="pres">
      <dgm:prSet presAssocID="{7DB20C1B-E213-4CDC-97C8-9878B6FF2C81}" presName="tx1" presStyleLbl="revTx" presStyleIdx="0" presStyleCnt="3"/>
      <dgm:spPr/>
    </dgm:pt>
    <dgm:pt modelId="{8C901901-1F30-AE47-96D9-828BAE4BD11C}" type="pres">
      <dgm:prSet presAssocID="{7DB20C1B-E213-4CDC-97C8-9878B6FF2C81}" presName="vert1" presStyleCnt="0"/>
      <dgm:spPr/>
    </dgm:pt>
    <dgm:pt modelId="{3C2CB81A-605D-AE4B-8C3F-2463A124D1D6}" type="pres">
      <dgm:prSet presAssocID="{22A608FC-6102-4F86-934D-D214EA12972F}" presName="thickLine" presStyleLbl="alignNode1" presStyleIdx="1" presStyleCnt="3"/>
      <dgm:spPr/>
    </dgm:pt>
    <dgm:pt modelId="{58967334-638A-BD48-A35F-1608AC4655AA}" type="pres">
      <dgm:prSet presAssocID="{22A608FC-6102-4F86-934D-D214EA12972F}" presName="horz1" presStyleCnt="0"/>
      <dgm:spPr/>
    </dgm:pt>
    <dgm:pt modelId="{067E067A-C4EF-7D49-A325-334A1BAB993B}" type="pres">
      <dgm:prSet presAssocID="{22A608FC-6102-4F86-934D-D214EA12972F}" presName="tx1" presStyleLbl="revTx" presStyleIdx="1" presStyleCnt="3"/>
      <dgm:spPr/>
    </dgm:pt>
    <dgm:pt modelId="{7DDEAF7C-6959-AE4C-90EC-58E2FA2B4558}" type="pres">
      <dgm:prSet presAssocID="{22A608FC-6102-4F86-934D-D214EA12972F}" presName="vert1" presStyleCnt="0"/>
      <dgm:spPr/>
    </dgm:pt>
    <dgm:pt modelId="{C11FF8FE-B696-DA4C-A0B3-52202C09A30F}" type="pres">
      <dgm:prSet presAssocID="{F529C8CD-BE62-194A-BAF3-CB2C46576EC9}" presName="thickLine" presStyleLbl="alignNode1" presStyleIdx="2" presStyleCnt="3"/>
      <dgm:spPr/>
    </dgm:pt>
    <dgm:pt modelId="{E5FD0E28-E525-6E4F-A5D9-A622FD84EAA7}" type="pres">
      <dgm:prSet presAssocID="{F529C8CD-BE62-194A-BAF3-CB2C46576EC9}" presName="horz1" presStyleCnt="0"/>
      <dgm:spPr/>
    </dgm:pt>
    <dgm:pt modelId="{9F8DC5C2-31E9-7846-983D-4D4B503652DD}" type="pres">
      <dgm:prSet presAssocID="{F529C8CD-BE62-194A-BAF3-CB2C46576EC9}" presName="tx1" presStyleLbl="revTx" presStyleIdx="2" presStyleCnt="3"/>
      <dgm:spPr/>
    </dgm:pt>
    <dgm:pt modelId="{CBCA9873-64E7-2641-94B1-1D96378AFF5F}" type="pres">
      <dgm:prSet presAssocID="{F529C8CD-BE62-194A-BAF3-CB2C46576EC9}" presName="vert1" presStyleCnt="0"/>
      <dgm:spPr/>
    </dgm:pt>
  </dgm:ptLst>
  <dgm:cxnLst>
    <dgm:cxn modelId="{A1247768-BA60-0045-A957-DAC8E7E0AFCB}" type="presOf" srcId="{03E29366-73A2-4056-94C7-E7A7E6550A1D}" destId="{120CFE92-9F1E-F04F-AC0A-4FB9BE3D543F}" srcOrd="0" destOrd="0" presId="urn:microsoft.com/office/officeart/2008/layout/LinedList"/>
    <dgm:cxn modelId="{F9FD83C4-9B4F-4AAB-983F-5A6F6C7C0C3D}" srcId="{03E29366-73A2-4056-94C7-E7A7E6550A1D}" destId="{7DB20C1B-E213-4CDC-97C8-9878B6FF2C81}" srcOrd="0" destOrd="0" parTransId="{3770B954-093C-4232-947F-DB6CCFEBFAC9}" sibTransId="{C576A0E7-587D-4D72-B559-2686A91397A6}"/>
    <dgm:cxn modelId="{A72EADC7-0D8A-4E8A-BA51-8FC0AA959264}" srcId="{03E29366-73A2-4056-94C7-E7A7E6550A1D}" destId="{22A608FC-6102-4F86-934D-D214EA12972F}" srcOrd="1" destOrd="0" parTransId="{5C65F21A-128B-4714-8844-0390AFF268AC}" sibTransId="{4D4FAE93-624D-480F-A248-FB57BB15F05B}"/>
    <dgm:cxn modelId="{D69702E8-8670-4E40-B0A5-8DF71D773EFE}" type="presOf" srcId="{22A608FC-6102-4F86-934D-D214EA12972F}" destId="{067E067A-C4EF-7D49-A325-334A1BAB993B}" srcOrd="0" destOrd="0" presId="urn:microsoft.com/office/officeart/2008/layout/LinedList"/>
    <dgm:cxn modelId="{86C570EB-0AE9-8943-A853-3A4622AEE7EF}" srcId="{03E29366-73A2-4056-94C7-E7A7E6550A1D}" destId="{F529C8CD-BE62-194A-BAF3-CB2C46576EC9}" srcOrd="2" destOrd="0" parTransId="{E43A9588-45C6-8E4D-BFDA-958D40C4F6D7}" sibTransId="{C32F8F10-C4E3-E641-A8BF-9ADD07FCDC42}"/>
    <dgm:cxn modelId="{1ED945F0-7D9F-F342-82EC-3A7575CF4ECA}" type="presOf" srcId="{F529C8CD-BE62-194A-BAF3-CB2C46576EC9}" destId="{9F8DC5C2-31E9-7846-983D-4D4B503652DD}" srcOrd="0" destOrd="0" presId="urn:microsoft.com/office/officeart/2008/layout/LinedList"/>
    <dgm:cxn modelId="{E5F525FD-D8FB-6C4F-A547-D718C27B10C9}" type="presOf" srcId="{7DB20C1B-E213-4CDC-97C8-9878B6FF2C81}" destId="{B8C9ACA5-D249-4A49-90B8-343369BC72D1}" srcOrd="0" destOrd="0" presId="urn:microsoft.com/office/officeart/2008/layout/LinedList"/>
    <dgm:cxn modelId="{ADFCE620-73D7-494C-A6EF-382164C98CF8}" type="presParOf" srcId="{120CFE92-9F1E-F04F-AC0A-4FB9BE3D543F}" destId="{49E28AF8-CA1E-6F4B-8B5B-CE98537FC695}" srcOrd="0" destOrd="0" presId="urn:microsoft.com/office/officeart/2008/layout/LinedList"/>
    <dgm:cxn modelId="{A7A62AA0-07B5-DB40-A64B-6E9FD7B94DC7}" type="presParOf" srcId="{120CFE92-9F1E-F04F-AC0A-4FB9BE3D543F}" destId="{A4D391B8-5698-174F-B74E-C09E6B743E7E}" srcOrd="1" destOrd="0" presId="urn:microsoft.com/office/officeart/2008/layout/LinedList"/>
    <dgm:cxn modelId="{068A7161-2DDA-F244-BD8D-0AD2917F0BC5}" type="presParOf" srcId="{A4D391B8-5698-174F-B74E-C09E6B743E7E}" destId="{B8C9ACA5-D249-4A49-90B8-343369BC72D1}" srcOrd="0" destOrd="0" presId="urn:microsoft.com/office/officeart/2008/layout/LinedList"/>
    <dgm:cxn modelId="{5989E114-AED3-5A44-B26F-E6B7283C4D49}" type="presParOf" srcId="{A4D391B8-5698-174F-B74E-C09E6B743E7E}" destId="{8C901901-1F30-AE47-96D9-828BAE4BD11C}" srcOrd="1" destOrd="0" presId="urn:microsoft.com/office/officeart/2008/layout/LinedList"/>
    <dgm:cxn modelId="{80C7962D-FA20-074A-8FF7-76C8393AC4DA}" type="presParOf" srcId="{120CFE92-9F1E-F04F-AC0A-4FB9BE3D543F}" destId="{3C2CB81A-605D-AE4B-8C3F-2463A124D1D6}" srcOrd="2" destOrd="0" presId="urn:microsoft.com/office/officeart/2008/layout/LinedList"/>
    <dgm:cxn modelId="{6DCF4357-CC1E-2341-AE55-CF308E5A7CDF}" type="presParOf" srcId="{120CFE92-9F1E-F04F-AC0A-4FB9BE3D543F}" destId="{58967334-638A-BD48-A35F-1608AC4655AA}" srcOrd="3" destOrd="0" presId="urn:microsoft.com/office/officeart/2008/layout/LinedList"/>
    <dgm:cxn modelId="{865E427B-DEE1-2A49-B088-7666ADE2665E}" type="presParOf" srcId="{58967334-638A-BD48-A35F-1608AC4655AA}" destId="{067E067A-C4EF-7D49-A325-334A1BAB993B}" srcOrd="0" destOrd="0" presId="urn:microsoft.com/office/officeart/2008/layout/LinedList"/>
    <dgm:cxn modelId="{E7668440-D8B4-B54C-9C4A-205F19044A66}" type="presParOf" srcId="{58967334-638A-BD48-A35F-1608AC4655AA}" destId="{7DDEAF7C-6959-AE4C-90EC-58E2FA2B4558}" srcOrd="1" destOrd="0" presId="urn:microsoft.com/office/officeart/2008/layout/LinedList"/>
    <dgm:cxn modelId="{842005A7-2E58-5A4B-8926-939592D80B58}" type="presParOf" srcId="{120CFE92-9F1E-F04F-AC0A-4FB9BE3D543F}" destId="{C11FF8FE-B696-DA4C-A0B3-52202C09A30F}" srcOrd="4" destOrd="0" presId="urn:microsoft.com/office/officeart/2008/layout/LinedList"/>
    <dgm:cxn modelId="{3B294BD8-8967-374A-A232-59888547E7BE}" type="presParOf" srcId="{120CFE92-9F1E-F04F-AC0A-4FB9BE3D543F}" destId="{E5FD0E28-E525-6E4F-A5D9-A622FD84EAA7}" srcOrd="5" destOrd="0" presId="urn:microsoft.com/office/officeart/2008/layout/LinedList"/>
    <dgm:cxn modelId="{0B00BF96-2E3E-6549-B063-17159F6864F9}" type="presParOf" srcId="{E5FD0E28-E525-6E4F-A5D9-A622FD84EAA7}" destId="{9F8DC5C2-31E9-7846-983D-4D4B503652DD}" srcOrd="0" destOrd="0" presId="urn:microsoft.com/office/officeart/2008/layout/LinedList"/>
    <dgm:cxn modelId="{A169F8CA-FE4E-DB40-8818-D4D69B18AE93}" type="presParOf" srcId="{E5FD0E28-E525-6E4F-A5D9-A622FD84EAA7}" destId="{CBCA9873-64E7-2641-94B1-1D96378AFF5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3E29366-73A2-4056-94C7-E7A7E6550A1D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DB20C1B-E213-4CDC-97C8-9878B6FF2C81}">
      <dgm:prSet custT="1"/>
      <dgm:spPr/>
      <dgm:t>
        <a:bodyPr/>
        <a:lstStyle/>
        <a:p>
          <a:r>
            <a:rPr lang="da-DK" sz="2600" dirty="0">
              <a:solidFill>
                <a:schemeClr val="tx2"/>
              </a:solidFill>
            </a:rPr>
            <a:t>Vurdering baseret på interviews</a:t>
          </a:r>
          <a:endParaRPr lang="en-US" sz="2000" dirty="0"/>
        </a:p>
      </dgm:t>
    </dgm:pt>
    <dgm:pt modelId="{3770B954-093C-4232-947F-DB6CCFEBFAC9}" type="parTrans" cxnId="{F9FD83C4-9B4F-4AAB-983F-5A6F6C7C0C3D}">
      <dgm:prSet/>
      <dgm:spPr/>
      <dgm:t>
        <a:bodyPr/>
        <a:lstStyle/>
        <a:p>
          <a:endParaRPr lang="en-US"/>
        </a:p>
      </dgm:t>
    </dgm:pt>
    <dgm:pt modelId="{C576A0E7-587D-4D72-B559-2686A91397A6}" type="sibTrans" cxnId="{F9FD83C4-9B4F-4AAB-983F-5A6F6C7C0C3D}">
      <dgm:prSet/>
      <dgm:spPr/>
      <dgm:t>
        <a:bodyPr/>
        <a:lstStyle/>
        <a:p>
          <a:endParaRPr lang="en-US"/>
        </a:p>
      </dgm:t>
    </dgm:pt>
    <dgm:pt modelId="{22A608FC-6102-4F86-934D-D214EA12972F}">
      <dgm:prSet custT="1"/>
      <dgm:spPr/>
      <dgm:t>
        <a:bodyPr/>
        <a:lstStyle/>
        <a:p>
          <a:r>
            <a:rPr lang="da-DK" sz="2600" dirty="0">
              <a:solidFill>
                <a:schemeClr val="tx2"/>
              </a:solidFill>
            </a:rPr>
            <a:t>Risiko for positiv bias</a:t>
          </a:r>
          <a:endParaRPr lang="en-US" sz="2000" dirty="0"/>
        </a:p>
      </dgm:t>
    </dgm:pt>
    <dgm:pt modelId="{5C65F21A-128B-4714-8844-0390AFF268AC}" type="parTrans" cxnId="{A72EADC7-0D8A-4E8A-BA51-8FC0AA959264}">
      <dgm:prSet/>
      <dgm:spPr/>
      <dgm:t>
        <a:bodyPr/>
        <a:lstStyle/>
        <a:p>
          <a:endParaRPr lang="en-US"/>
        </a:p>
      </dgm:t>
    </dgm:pt>
    <dgm:pt modelId="{4D4FAE93-624D-480F-A248-FB57BB15F05B}" type="sibTrans" cxnId="{A72EADC7-0D8A-4E8A-BA51-8FC0AA959264}">
      <dgm:prSet/>
      <dgm:spPr/>
      <dgm:t>
        <a:bodyPr/>
        <a:lstStyle/>
        <a:p>
          <a:endParaRPr lang="en-US"/>
        </a:p>
      </dgm:t>
    </dgm:pt>
    <dgm:pt modelId="{F529C8CD-BE62-194A-BAF3-CB2C46576EC9}">
      <dgm:prSet custT="1"/>
      <dgm:spPr/>
      <dgm:t>
        <a:bodyPr/>
        <a:lstStyle/>
        <a:p>
          <a:r>
            <a:rPr lang="da-DK" sz="2600" dirty="0"/>
            <a:t>Datamodenhed under udvikling</a:t>
          </a:r>
          <a:endParaRPr lang="en-US" sz="2600" dirty="0"/>
        </a:p>
      </dgm:t>
    </dgm:pt>
    <dgm:pt modelId="{E43A9588-45C6-8E4D-BFDA-958D40C4F6D7}" type="parTrans" cxnId="{86C570EB-0AE9-8943-A853-3A4622AEE7EF}">
      <dgm:prSet/>
      <dgm:spPr/>
      <dgm:t>
        <a:bodyPr/>
        <a:lstStyle/>
        <a:p>
          <a:endParaRPr lang="da-DK"/>
        </a:p>
      </dgm:t>
    </dgm:pt>
    <dgm:pt modelId="{C32F8F10-C4E3-E641-A8BF-9ADD07FCDC42}" type="sibTrans" cxnId="{86C570EB-0AE9-8943-A853-3A4622AEE7EF}">
      <dgm:prSet/>
      <dgm:spPr/>
      <dgm:t>
        <a:bodyPr/>
        <a:lstStyle/>
        <a:p>
          <a:endParaRPr lang="da-DK"/>
        </a:p>
      </dgm:t>
    </dgm:pt>
    <dgm:pt modelId="{120CFE92-9F1E-F04F-AC0A-4FB9BE3D543F}" type="pres">
      <dgm:prSet presAssocID="{03E29366-73A2-4056-94C7-E7A7E6550A1D}" presName="vert0" presStyleCnt="0">
        <dgm:presLayoutVars>
          <dgm:dir/>
          <dgm:animOne val="branch"/>
          <dgm:animLvl val="lvl"/>
        </dgm:presLayoutVars>
      </dgm:prSet>
      <dgm:spPr/>
    </dgm:pt>
    <dgm:pt modelId="{49E28AF8-CA1E-6F4B-8B5B-CE98537FC695}" type="pres">
      <dgm:prSet presAssocID="{7DB20C1B-E213-4CDC-97C8-9878B6FF2C81}" presName="thickLine" presStyleLbl="alignNode1" presStyleIdx="0" presStyleCnt="3"/>
      <dgm:spPr/>
    </dgm:pt>
    <dgm:pt modelId="{A4D391B8-5698-174F-B74E-C09E6B743E7E}" type="pres">
      <dgm:prSet presAssocID="{7DB20C1B-E213-4CDC-97C8-9878B6FF2C81}" presName="horz1" presStyleCnt="0"/>
      <dgm:spPr/>
    </dgm:pt>
    <dgm:pt modelId="{B8C9ACA5-D249-4A49-90B8-343369BC72D1}" type="pres">
      <dgm:prSet presAssocID="{7DB20C1B-E213-4CDC-97C8-9878B6FF2C81}" presName="tx1" presStyleLbl="revTx" presStyleIdx="0" presStyleCnt="3"/>
      <dgm:spPr/>
    </dgm:pt>
    <dgm:pt modelId="{8C901901-1F30-AE47-96D9-828BAE4BD11C}" type="pres">
      <dgm:prSet presAssocID="{7DB20C1B-E213-4CDC-97C8-9878B6FF2C81}" presName="vert1" presStyleCnt="0"/>
      <dgm:spPr/>
    </dgm:pt>
    <dgm:pt modelId="{3C2CB81A-605D-AE4B-8C3F-2463A124D1D6}" type="pres">
      <dgm:prSet presAssocID="{22A608FC-6102-4F86-934D-D214EA12972F}" presName="thickLine" presStyleLbl="alignNode1" presStyleIdx="1" presStyleCnt="3"/>
      <dgm:spPr/>
    </dgm:pt>
    <dgm:pt modelId="{58967334-638A-BD48-A35F-1608AC4655AA}" type="pres">
      <dgm:prSet presAssocID="{22A608FC-6102-4F86-934D-D214EA12972F}" presName="horz1" presStyleCnt="0"/>
      <dgm:spPr/>
    </dgm:pt>
    <dgm:pt modelId="{067E067A-C4EF-7D49-A325-334A1BAB993B}" type="pres">
      <dgm:prSet presAssocID="{22A608FC-6102-4F86-934D-D214EA12972F}" presName="tx1" presStyleLbl="revTx" presStyleIdx="1" presStyleCnt="3"/>
      <dgm:spPr/>
    </dgm:pt>
    <dgm:pt modelId="{7DDEAF7C-6959-AE4C-90EC-58E2FA2B4558}" type="pres">
      <dgm:prSet presAssocID="{22A608FC-6102-4F86-934D-D214EA12972F}" presName="vert1" presStyleCnt="0"/>
      <dgm:spPr/>
    </dgm:pt>
    <dgm:pt modelId="{C11FF8FE-B696-DA4C-A0B3-52202C09A30F}" type="pres">
      <dgm:prSet presAssocID="{F529C8CD-BE62-194A-BAF3-CB2C46576EC9}" presName="thickLine" presStyleLbl="alignNode1" presStyleIdx="2" presStyleCnt="3"/>
      <dgm:spPr/>
    </dgm:pt>
    <dgm:pt modelId="{E5FD0E28-E525-6E4F-A5D9-A622FD84EAA7}" type="pres">
      <dgm:prSet presAssocID="{F529C8CD-BE62-194A-BAF3-CB2C46576EC9}" presName="horz1" presStyleCnt="0"/>
      <dgm:spPr/>
    </dgm:pt>
    <dgm:pt modelId="{9F8DC5C2-31E9-7846-983D-4D4B503652DD}" type="pres">
      <dgm:prSet presAssocID="{F529C8CD-BE62-194A-BAF3-CB2C46576EC9}" presName="tx1" presStyleLbl="revTx" presStyleIdx="2" presStyleCnt="3"/>
      <dgm:spPr/>
    </dgm:pt>
    <dgm:pt modelId="{CBCA9873-64E7-2641-94B1-1D96378AFF5F}" type="pres">
      <dgm:prSet presAssocID="{F529C8CD-BE62-194A-BAF3-CB2C46576EC9}" presName="vert1" presStyleCnt="0"/>
      <dgm:spPr/>
    </dgm:pt>
  </dgm:ptLst>
  <dgm:cxnLst>
    <dgm:cxn modelId="{A1247768-BA60-0045-A957-DAC8E7E0AFCB}" type="presOf" srcId="{03E29366-73A2-4056-94C7-E7A7E6550A1D}" destId="{120CFE92-9F1E-F04F-AC0A-4FB9BE3D543F}" srcOrd="0" destOrd="0" presId="urn:microsoft.com/office/officeart/2008/layout/LinedList"/>
    <dgm:cxn modelId="{F9FD83C4-9B4F-4AAB-983F-5A6F6C7C0C3D}" srcId="{03E29366-73A2-4056-94C7-E7A7E6550A1D}" destId="{7DB20C1B-E213-4CDC-97C8-9878B6FF2C81}" srcOrd="0" destOrd="0" parTransId="{3770B954-093C-4232-947F-DB6CCFEBFAC9}" sibTransId="{C576A0E7-587D-4D72-B559-2686A91397A6}"/>
    <dgm:cxn modelId="{A72EADC7-0D8A-4E8A-BA51-8FC0AA959264}" srcId="{03E29366-73A2-4056-94C7-E7A7E6550A1D}" destId="{22A608FC-6102-4F86-934D-D214EA12972F}" srcOrd="1" destOrd="0" parTransId="{5C65F21A-128B-4714-8844-0390AFF268AC}" sibTransId="{4D4FAE93-624D-480F-A248-FB57BB15F05B}"/>
    <dgm:cxn modelId="{D69702E8-8670-4E40-B0A5-8DF71D773EFE}" type="presOf" srcId="{22A608FC-6102-4F86-934D-D214EA12972F}" destId="{067E067A-C4EF-7D49-A325-334A1BAB993B}" srcOrd="0" destOrd="0" presId="urn:microsoft.com/office/officeart/2008/layout/LinedList"/>
    <dgm:cxn modelId="{86C570EB-0AE9-8943-A853-3A4622AEE7EF}" srcId="{03E29366-73A2-4056-94C7-E7A7E6550A1D}" destId="{F529C8CD-BE62-194A-BAF3-CB2C46576EC9}" srcOrd="2" destOrd="0" parTransId="{E43A9588-45C6-8E4D-BFDA-958D40C4F6D7}" sibTransId="{C32F8F10-C4E3-E641-A8BF-9ADD07FCDC42}"/>
    <dgm:cxn modelId="{1ED945F0-7D9F-F342-82EC-3A7575CF4ECA}" type="presOf" srcId="{F529C8CD-BE62-194A-BAF3-CB2C46576EC9}" destId="{9F8DC5C2-31E9-7846-983D-4D4B503652DD}" srcOrd="0" destOrd="0" presId="urn:microsoft.com/office/officeart/2008/layout/LinedList"/>
    <dgm:cxn modelId="{E5F525FD-D8FB-6C4F-A547-D718C27B10C9}" type="presOf" srcId="{7DB20C1B-E213-4CDC-97C8-9878B6FF2C81}" destId="{B8C9ACA5-D249-4A49-90B8-343369BC72D1}" srcOrd="0" destOrd="0" presId="urn:microsoft.com/office/officeart/2008/layout/LinedList"/>
    <dgm:cxn modelId="{ADFCE620-73D7-494C-A6EF-382164C98CF8}" type="presParOf" srcId="{120CFE92-9F1E-F04F-AC0A-4FB9BE3D543F}" destId="{49E28AF8-CA1E-6F4B-8B5B-CE98537FC695}" srcOrd="0" destOrd="0" presId="urn:microsoft.com/office/officeart/2008/layout/LinedList"/>
    <dgm:cxn modelId="{A7A62AA0-07B5-DB40-A64B-6E9FD7B94DC7}" type="presParOf" srcId="{120CFE92-9F1E-F04F-AC0A-4FB9BE3D543F}" destId="{A4D391B8-5698-174F-B74E-C09E6B743E7E}" srcOrd="1" destOrd="0" presId="urn:microsoft.com/office/officeart/2008/layout/LinedList"/>
    <dgm:cxn modelId="{068A7161-2DDA-F244-BD8D-0AD2917F0BC5}" type="presParOf" srcId="{A4D391B8-5698-174F-B74E-C09E6B743E7E}" destId="{B8C9ACA5-D249-4A49-90B8-343369BC72D1}" srcOrd="0" destOrd="0" presId="urn:microsoft.com/office/officeart/2008/layout/LinedList"/>
    <dgm:cxn modelId="{5989E114-AED3-5A44-B26F-E6B7283C4D49}" type="presParOf" srcId="{A4D391B8-5698-174F-B74E-C09E6B743E7E}" destId="{8C901901-1F30-AE47-96D9-828BAE4BD11C}" srcOrd="1" destOrd="0" presId="urn:microsoft.com/office/officeart/2008/layout/LinedList"/>
    <dgm:cxn modelId="{80C7962D-FA20-074A-8FF7-76C8393AC4DA}" type="presParOf" srcId="{120CFE92-9F1E-F04F-AC0A-4FB9BE3D543F}" destId="{3C2CB81A-605D-AE4B-8C3F-2463A124D1D6}" srcOrd="2" destOrd="0" presId="urn:microsoft.com/office/officeart/2008/layout/LinedList"/>
    <dgm:cxn modelId="{6DCF4357-CC1E-2341-AE55-CF308E5A7CDF}" type="presParOf" srcId="{120CFE92-9F1E-F04F-AC0A-4FB9BE3D543F}" destId="{58967334-638A-BD48-A35F-1608AC4655AA}" srcOrd="3" destOrd="0" presId="urn:microsoft.com/office/officeart/2008/layout/LinedList"/>
    <dgm:cxn modelId="{865E427B-DEE1-2A49-B088-7666ADE2665E}" type="presParOf" srcId="{58967334-638A-BD48-A35F-1608AC4655AA}" destId="{067E067A-C4EF-7D49-A325-334A1BAB993B}" srcOrd="0" destOrd="0" presId="urn:microsoft.com/office/officeart/2008/layout/LinedList"/>
    <dgm:cxn modelId="{E7668440-D8B4-B54C-9C4A-205F19044A66}" type="presParOf" srcId="{58967334-638A-BD48-A35F-1608AC4655AA}" destId="{7DDEAF7C-6959-AE4C-90EC-58E2FA2B4558}" srcOrd="1" destOrd="0" presId="urn:microsoft.com/office/officeart/2008/layout/LinedList"/>
    <dgm:cxn modelId="{842005A7-2E58-5A4B-8926-939592D80B58}" type="presParOf" srcId="{120CFE92-9F1E-F04F-AC0A-4FB9BE3D543F}" destId="{C11FF8FE-B696-DA4C-A0B3-52202C09A30F}" srcOrd="4" destOrd="0" presId="urn:microsoft.com/office/officeart/2008/layout/LinedList"/>
    <dgm:cxn modelId="{3B294BD8-8967-374A-A232-59888547E7BE}" type="presParOf" srcId="{120CFE92-9F1E-F04F-AC0A-4FB9BE3D543F}" destId="{E5FD0E28-E525-6E4F-A5D9-A622FD84EAA7}" srcOrd="5" destOrd="0" presId="urn:microsoft.com/office/officeart/2008/layout/LinedList"/>
    <dgm:cxn modelId="{0B00BF96-2E3E-6549-B063-17159F6864F9}" type="presParOf" srcId="{E5FD0E28-E525-6E4F-A5D9-A622FD84EAA7}" destId="{9F8DC5C2-31E9-7846-983D-4D4B503652DD}" srcOrd="0" destOrd="0" presId="urn:microsoft.com/office/officeart/2008/layout/LinedList"/>
    <dgm:cxn modelId="{A169F8CA-FE4E-DB40-8818-D4D69B18AE93}" type="presParOf" srcId="{E5FD0E28-E525-6E4F-A5D9-A622FD84EAA7}" destId="{CBCA9873-64E7-2641-94B1-1D96378AFF5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AEF59B-9978-4205-A34D-124226F8ADDC}">
      <dsp:nvSpPr>
        <dsp:cNvPr id="0" name=""/>
        <dsp:cNvSpPr/>
      </dsp:nvSpPr>
      <dsp:spPr>
        <a:xfrm>
          <a:off x="0" y="1637"/>
          <a:ext cx="4765949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32B10A7-F1D6-4B07-A384-2CE69C07C814}">
      <dsp:nvSpPr>
        <dsp:cNvPr id="0" name=""/>
        <dsp:cNvSpPr/>
      </dsp:nvSpPr>
      <dsp:spPr>
        <a:xfrm>
          <a:off x="0" y="1637"/>
          <a:ext cx="4765949" cy="11167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100" kern="1200"/>
            <a:t>Solgte biletter 3,7,10 dage før kamp</a:t>
          </a:r>
          <a:endParaRPr lang="en-US" sz="3100" kern="1200"/>
        </a:p>
      </dsp:txBody>
      <dsp:txXfrm>
        <a:off x="0" y="1637"/>
        <a:ext cx="4765949" cy="1116733"/>
      </dsp:txXfrm>
    </dsp:sp>
    <dsp:sp modelId="{FB6E1C0E-9E19-4AFD-8D5C-07CD3FE26516}">
      <dsp:nvSpPr>
        <dsp:cNvPr id="0" name=""/>
        <dsp:cNvSpPr/>
      </dsp:nvSpPr>
      <dsp:spPr>
        <a:xfrm>
          <a:off x="0" y="1118371"/>
          <a:ext cx="4765949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0559797-CDEB-41F8-8B6D-6605A28F4106}">
      <dsp:nvSpPr>
        <dsp:cNvPr id="0" name=""/>
        <dsp:cNvSpPr/>
      </dsp:nvSpPr>
      <dsp:spPr>
        <a:xfrm>
          <a:off x="0" y="1118371"/>
          <a:ext cx="4765949" cy="11167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100" kern="1200"/>
            <a:t>Kampkategori og modstander</a:t>
          </a:r>
          <a:endParaRPr lang="en-US" sz="3100" kern="1200"/>
        </a:p>
      </dsp:txBody>
      <dsp:txXfrm>
        <a:off x="0" y="1118371"/>
        <a:ext cx="4765949" cy="1116733"/>
      </dsp:txXfrm>
    </dsp:sp>
    <dsp:sp modelId="{AFD54008-ECA4-4C69-A8F8-70DEE30E99BD}">
      <dsp:nvSpPr>
        <dsp:cNvPr id="0" name=""/>
        <dsp:cNvSpPr/>
      </dsp:nvSpPr>
      <dsp:spPr>
        <a:xfrm>
          <a:off x="0" y="2235104"/>
          <a:ext cx="4765949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3854CCA-8EB0-4C64-92AB-39C4E3005A29}">
      <dsp:nvSpPr>
        <dsp:cNvPr id="0" name=""/>
        <dsp:cNvSpPr/>
      </dsp:nvSpPr>
      <dsp:spPr>
        <a:xfrm>
          <a:off x="0" y="2235104"/>
          <a:ext cx="4765949" cy="11167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100" kern="1200"/>
            <a:t>Vejr har begrænset betydning i denne kontekst</a:t>
          </a:r>
          <a:endParaRPr lang="en-US" sz="3100" kern="1200"/>
        </a:p>
      </dsp:txBody>
      <dsp:txXfrm>
        <a:off x="0" y="2235104"/>
        <a:ext cx="4765949" cy="111673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F147A4-2FDD-4412-955B-7978861DD16F}">
      <dsp:nvSpPr>
        <dsp:cNvPr id="0" name=""/>
        <dsp:cNvSpPr/>
      </dsp:nvSpPr>
      <dsp:spPr>
        <a:xfrm>
          <a:off x="205" y="688273"/>
          <a:ext cx="2479997" cy="297599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0" rIns="244969" bIns="33020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700" kern="1200"/>
            <a:t>Tilskuertal kan forudsiges med rimelig præcision ved brug af historiske data</a:t>
          </a:r>
          <a:endParaRPr lang="en-US" sz="1700" kern="1200"/>
        </a:p>
      </dsp:txBody>
      <dsp:txXfrm>
        <a:off x="205" y="1878672"/>
        <a:ext cx="2479997" cy="1785598"/>
      </dsp:txXfrm>
    </dsp:sp>
    <dsp:sp modelId="{8E1B69B6-BC7D-47A6-83A3-DF34847D03D6}">
      <dsp:nvSpPr>
        <dsp:cNvPr id="0" name=""/>
        <dsp:cNvSpPr/>
      </dsp:nvSpPr>
      <dsp:spPr>
        <a:xfrm>
          <a:off x="205" y="688273"/>
          <a:ext cx="2479997" cy="1190398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165100" rIns="244969" bIns="165100" numCol="1" spcCol="1270" anchor="ctr" anchorCtr="0">
          <a:noAutofit/>
        </a:bodyPr>
        <a:lstStyle/>
        <a:p>
          <a:pPr marL="0" lvl="0" indent="0" algn="l" defTabSz="2711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100" kern="1200"/>
            <a:t>01</a:t>
          </a:r>
        </a:p>
      </dsp:txBody>
      <dsp:txXfrm>
        <a:off x="205" y="688273"/>
        <a:ext cx="2479997" cy="1190398"/>
      </dsp:txXfrm>
    </dsp:sp>
    <dsp:sp modelId="{50A1552C-B044-4E20-950B-FFA24288EA55}">
      <dsp:nvSpPr>
        <dsp:cNvPr id="0" name=""/>
        <dsp:cNvSpPr/>
      </dsp:nvSpPr>
      <dsp:spPr>
        <a:xfrm>
          <a:off x="2678602" y="688273"/>
          <a:ext cx="2479997" cy="2975996"/>
        </a:xfrm>
        <a:prstGeom prst="rect">
          <a:avLst/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accent5">
              <a:hueOff val="-4050717"/>
              <a:satOff val="-275"/>
              <a:lumOff val="65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0" rIns="244969" bIns="33020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700" kern="1200"/>
            <a:t>Præcisionen forbedres markant, jo tætter på kampdagen prognosen udarbejdes</a:t>
          </a:r>
          <a:endParaRPr lang="en-US" sz="1700" kern="1200"/>
        </a:p>
      </dsp:txBody>
      <dsp:txXfrm>
        <a:off x="2678602" y="1878672"/>
        <a:ext cx="2479997" cy="1785598"/>
      </dsp:txXfrm>
    </dsp:sp>
    <dsp:sp modelId="{88E3445B-1A6C-4426-B755-EE50BE69C211}">
      <dsp:nvSpPr>
        <dsp:cNvPr id="0" name=""/>
        <dsp:cNvSpPr/>
      </dsp:nvSpPr>
      <dsp:spPr>
        <a:xfrm>
          <a:off x="2678602" y="688273"/>
          <a:ext cx="2479997" cy="1190398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165100" rIns="244969" bIns="165100" numCol="1" spcCol="1270" anchor="ctr" anchorCtr="0">
          <a:noAutofit/>
        </a:bodyPr>
        <a:lstStyle/>
        <a:p>
          <a:pPr marL="0" lvl="0" indent="0" algn="l" defTabSz="2711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100" kern="1200"/>
            <a:t>02</a:t>
          </a:r>
        </a:p>
      </dsp:txBody>
      <dsp:txXfrm>
        <a:off x="2678602" y="688273"/>
        <a:ext cx="2479997" cy="1190398"/>
      </dsp:txXfrm>
    </dsp:sp>
    <dsp:sp modelId="{DB23F6D8-F606-4F8A-9779-361F6006F525}">
      <dsp:nvSpPr>
        <dsp:cNvPr id="0" name=""/>
        <dsp:cNvSpPr/>
      </dsp:nvSpPr>
      <dsp:spPr>
        <a:xfrm>
          <a:off x="5356999" y="688273"/>
          <a:ext cx="2479997" cy="2975996"/>
        </a:xfrm>
        <a:prstGeom prst="rect">
          <a:avLst/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accent5">
              <a:hueOff val="-8101434"/>
              <a:satOff val="-551"/>
              <a:lumOff val="130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0" rIns="244969" bIns="33020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700" kern="1200"/>
            <a:t>Lasso giver den bedste balance mellem performance, fortolkning og praktisk anvendelse</a:t>
          </a:r>
          <a:endParaRPr lang="en-US" sz="1700" kern="1200"/>
        </a:p>
      </dsp:txBody>
      <dsp:txXfrm>
        <a:off x="5356999" y="1878672"/>
        <a:ext cx="2479997" cy="1785598"/>
      </dsp:txXfrm>
    </dsp:sp>
    <dsp:sp modelId="{1F96A137-83B0-4605-812B-A94CEF2154F5}">
      <dsp:nvSpPr>
        <dsp:cNvPr id="0" name=""/>
        <dsp:cNvSpPr/>
      </dsp:nvSpPr>
      <dsp:spPr>
        <a:xfrm>
          <a:off x="5356999" y="688273"/>
          <a:ext cx="2479997" cy="1190398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165100" rIns="244969" bIns="165100" numCol="1" spcCol="1270" anchor="ctr" anchorCtr="0">
          <a:noAutofit/>
        </a:bodyPr>
        <a:lstStyle/>
        <a:p>
          <a:pPr marL="0" lvl="0" indent="0" algn="l" defTabSz="2711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100" kern="1200"/>
            <a:t>03</a:t>
          </a:r>
        </a:p>
      </dsp:txBody>
      <dsp:txXfrm>
        <a:off x="5356999" y="688273"/>
        <a:ext cx="2479997" cy="1190398"/>
      </dsp:txXfrm>
    </dsp:sp>
    <dsp:sp modelId="{EB39D437-E8A8-4A33-B035-F60626489AC1}">
      <dsp:nvSpPr>
        <dsp:cNvPr id="0" name=""/>
        <dsp:cNvSpPr/>
      </dsp:nvSpPr>
      <dsp:spPr>
        <a:xfrm>
          <a:off x="8035397" y="688273"/>
          <a:ext cx="2479997" cy="2975996"/>
        </a:xfrm>
        <a:prstGeom prst="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0" rIns="244969" bIns="33020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700" kern="1200"/>
            <a:t>Modellen ikke er en garanti, men et værktøj til at understøtte bedre beslutninger</a:t>
          </a:r>
          <a:endParaRPr lang="en-US" sz="1700" kern="1200"/>
        </a:p>
      </dsp:txBody>
      <dsp:txXfrm>
        <a:off x="8035397" y="1878672"/>
        <a:ext cx="2479997" cy="1785598"/>
      </dsp:txXfrm>
    </dsp:sp>
    <dsp:sp modelId="{706D298A-3F17-4D41-A296-93A818293A56}">
      <dsp:nvSpPr>
        <dsp:cNvPr id="0" name=""/>
        <dsp:cNvSpPr/>
      </dsp:nvSpPr>
      <dsp:spPr>
        <a:xfrm>
          <a:off x="8035397" y="688273"/>
          <a:ext cx="2479997" cy="1190398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165100" rIns="244969" bIns="165100" numCol="1" spcCol="1270" anchor="ctr" anchorCtr="0">
          <a:noAutofit/>
        </a:bodyPr>
        <a:lstStyle/>
        <a:p>
          <a:pPr marL="0" lvl="0" indent="0" algn="l" defTabSz="2711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100" kern="1200"/>
            <a:t>04</a:t>
          </a:r>
        </a:p>
      </dsp:txBody>
      <dsp:txXfrm>
        <a:off x="8035397" y="688273"/>
        <a:ext cx="2479997" cy="119039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8D8DD0-C3F9-418B-B11A-6251EE33EBF1}">
      <dsp:nvSpPr>
        <dsp:cNvPr id="0" name=""/>
        <dsp:cNvSpPr/>
      </dsp:nvSpPr>
      <dsp:spPr>
        <a:xfrm>
          <a:off x="0" y="39964"/>
          <a:ext cx="4646905" cy="107406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700" kern="1200"/>
            <a:t>Hvordan kan modellen bruges?</a:t>
          </a:r>
          <a:endParaRPr lang="en-US" sz="2700" kern="1200"/>
        </a:p>
      </dsp:txBody>
      <dsp:txXfrm>
        <a:off x="52431" y="92395"/>
        <a:ext cx="4542043" cy="969198"/>
      </dsp:txXfrm>
    </dsp:sp>
    <dsp:sp modelId="{D30633D6-3912-45D5-B04E-7C237A06234F}">
      <dsp:nvSpPr>
        <dsp:cNvPr id="0" name=""/>
        <dsp:cNvSpPr/>
      </dsp:nvSpPr>
      <dsp:spPr>
        <a:xfrm>
          <a:off x="0" y="1114024"/>
          <a:ext cx="4646905" cy="24591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539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a-DK" sz="2100" b="1" kern="1200" dirty="0"/>
            <a:t>2 måneder før</a:t>
          </a:r>
          <a:endParaRPr lang="en-US" sz="2100" b="1" kern="1200" dirty="0"/>
        </a:p>
        <a:p>
          <a:pPr marL="457200" lvl="2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a-DK" sz="2100" kern="1200" dirty="0"/>
            <a:t>Grov planlægning</a:t>
          </a: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a-DK" sz="2100" b="1" kern="1200" dirty="0"/>
            <a:t>10/7 dage før</a:t>
          </a:r>
          <a:endParaRPr lang="en-US" sz="2100" b="1" kern="1200" dirty="0"/>
        </a:p>
        <a:p>
          <a:pPr marL="457200" lvl="2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a-DK" sz="2100" kern="1200"/>
            <a:t>Justering af bemanding og drift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a-DK" sz="2100" b="1" kern="1200" dirty="0"/>
            <a:t>3 dage før</a:t>
          </a:r>
          <a:endParaRPr lang="en-US" sz="2100" b="1" kern="1200" dirty="0"/>
        </a:p>
        <a:p>
          <a:pPr marL="457200" lvl="2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a-DK" sz="2100" kern="1200"/>
            <a:t>Næsten endelig kapacitetsvurdering</a:t>
          </a:r>
          <a:endParaRPr lang="en-US" sz="2100" kern="1200"/>
        </a:p>
      </dsp:txBody>
      <dsp:txXfrm>
        <a:off x="0" y="1114024"/>
        <a:ext cx="4646905" cy="245915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6911C2-D1D0-42D6-AECF-16A266160413}">
      <dsp:nvSpPr>
        <dsp:cNvPr id="0" name=""/>
        <dsp:cNvSpPr/>
      </dsp:nvSpPr>
      <dsp:spPr>
        <a:xfrm>
          <a:off x="0" y="0"/>
          <a:ext cx="105156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F953B3-2FE6-4FF3-817A-EF43D4E2FB5F}">
      <dsp:nvSpPr>
        <dsp:cNvPr id="0" name=""/>
        <dsp:cNvSpPr/>
      </dsp:nvSpPr>
      <dsp:spPr>
        <a:xfrm>
          <a:off x="0" y="0"/>
          <a:ext cx="10515600" cy="217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600" kern="1200" dirty="0"/>
            <a:t>Flere forklarende variabler</a:t>
          </a:r>
        </a:p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- Events &amp; Stilling I </a:t>
          </a:r>
          <a:r>
            <a:rPr lang="en-US" sz="2000" kern="1200" dirty="0" err="1"/>
            <a:t>tabellen</a:t>
          </a:r>
          <a:endParaRPr lang="en-US" sz="2000" kern="1200" dirty="0"/>
        </a:p>
      </dsp:txBody>
      <dsp:txXfrm>
        <a:off x="0" y="0"/>
        <a:ext cx="10515600" cy="2175669"/>
      </dsp:txXfrm>
    </dsp:sp>
    <dsp:sp modelId="{ED57D95A-CF33-4C22-818E-4DECECE859F7}">
      <dsp:nvSpPr>
        <dsp:cNvPr id="0" name=""/>
        <dsp:cNvSpPr/>
      </dsp:nvSpPr>
      <dsp:spPr>
        <a:xfrm>
          <a:off x="0" y="2175669"/>
          <a:ext cx="1051560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B67EE0-3325-4E8A-AF7A-2C4B98D36348}">
      <dsp:nvSpPr>
        <dsp:cNvPr id="0" name=""/>
        <dsp:cNvSpPr/>
      </dsp:nvSpPr>
      <dsp:spPr>
        <a:xfrm>
          <a:off x="0" y="2175669"/>
          <a:ext cx="10515600" cy="217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 err="1"/>
            <a:t>Modellering</a:t>
          </a:r>
          <a:r>
            <a:rPr lang="en-US" sz="2600" kern="1200" dirty="0"/>
            <a:t> 2 </a:t>
          </a:r>
          <a:r>
            <a:rPr lang="en-US" sz="2600" kern="1200" dirty="0" err="1"/>
            <a:t>måneder</a:t>
          </a:r>
          <a:r>
            <a:rPr lang="en-US" sz="2600" kern="1200" dirty="0"/>
            <a:t> for </a:t>
          </a:r>
          <a:r>
            <a:rPr lang="en-US" sz="2600" kern="1200" dirty="0" err="1"/>
            <a:t>kamp</a:t>
          </a:r>
          <a:r>
            <a:rPr lang="en-US" sz="2600" kern="1200" dirty="0"/>
            <a:t> er irrelevant</a:t>
          </a:r>
        </a:p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- Mangel </a:t>
          </a:r>
          <a:r>
            <a:rPr lang="en-US" sz="2000" kern="1200" dirty="0" err="1"/>
            <a:t>på</a:t>
          </a:r>
          <a:r>
            <a:rPr lang="en-US" sz="2000" kern="1200" dirty="0"/>
            <a:t> </a:t>
          </a:r>
          <a:r>
            <a:rPr lang="en-US" sz="2000" kern="1200" dirty="0" err="1"/>
            <a:t>forklarende</a:t>
          </a:r>
          <a:r>
            <a:rPr lang="en-US" sz="2000" kern="1200" dirty="0"/>
            <a:t> </a:t>
          </a:r>
          <a:r>
            <a:rPr lang="en-US" sz="2000" kern="1200" dirty="0" err="1"/>
            <a:t>variabler</a:t>
          </a:r>
          <a:r>
            <a:rPr lang="en-US" sz="2000" kern="1200" dirty="0"/>
            <a:t> </a:t>
          </a:r>
          <a:r>
            <a:rPr lang="en-US" sz="2000" kern="1200" dirty="0" err="1"/>
            <a:t>og</a:t>
          </a:r>
          <a:r>
            <a:rPr lang="en-US" sz="2000" kern="1200" dirty="0"/>
            <a:t> den giver </a:t>
          </a:r>
          <a:r>
            <a:rPr lang="en-US" sz="2000" kern="1200" dirty="0" err="1"/>
            <a:t>ikke</a:t>
          </a:r>
          <a:r>
            <a:rPr lang="en-US" sz="2000" kern="1200" dirty="0"/>
            <a:t>  </a:t>
          </a:r>
          <a:r>
            <a:rPr lang="en-US" sz="2000" kern="1200" dirty="0" err="1"/>
            <a:t>værdi</a:t>
          </a:r>
          <a:r>
            <a:rPr lang="en-US" sz="2000" kern="1200" dirty="0"/>
            <a:t> for VFF</a:t>
          </a:r>
        </a:p>
      </dsp:txBody>
      <dsp:txXfrm>
        <a:off x="0" y="2175669"/>
        <a:ext cx="10515600" cy="217566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E28AF8-CA1E-6F4B-8B5B-CE98537FC695}">
      <dsp:nvSpPr>
        <dsp:cNvPr id="0" name=""/>
        <dsp:cNvSpPr/>
      </dsp:nvSpPr>
      <dsp:spPr>
        <a:xfrm>
          <a:off x="0" y="2211"/>
          <a:ext cx="671355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C9ACA5-D249-4A49-90B8-343369BC72D1}">
      <dsp:nvSpPr>
        <dsp:cNvPr id="0" name=""/>
        <dsp:cNvSpPr/>
      </dsp:nvSpPr>
      <dsp:spPr>
        <a:xfrm>
          <a:off x="0" y="2211"/>
          <a:ext cx="6713552" cy="15084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600" kern="1200" dirty="0"/>
            <a:t>Praktikanterne viser frustration ved modtagelse af forskellige typer data:</a:t>
          </a:r>
        </a:p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- De </a:t>
          </a:r>
          <a:r>
            <a:rPr lang="en-US" sz="2000" kern="1200" dirty="0" err="1"/>
            <a:t>kan</a:t>
          </a:r>
          <a:r>
            <a:rPr lang="en-US" sz="2000" kern="1200" dirty="0"/>
            <a:t> lave </a:t>
          </a:r>
          <a:r>
            <a:rPr lang="en-US" sz="2000" kern="1200" dirty="0" err="1"/>
            <a:t>en</a:t>
          </a:r>
          <a:r>
            <a:rPr lang="en-US" sz="2000" kern="1200" dirty="0"/>
            <a:t> data-pipeline.</a:t>
          </a:r>
        </a:p>
      </dsp:txBody>
      <dsp:txXfrm>
        <a:off x="0" y="2211"/>
        <a:ext cx="6713552" cy="1508477"/>
      </dsp:txXfrm>
    </dsp:sp>
    <dsp:sp modelId="{3C2CB81A-605D-AE4B-8C3F-2463A124D1D6}">
      <dsp:nvSpPr>
        <dsp:cNvPr id="0" name=""/>
        <dsp:cNvSpPr/>
      </dsp:nvSpPr>
      <dsp:spPr>
        <a:xfrm>
          <a:off x="0" y="1510689"/>
          <a:ext cx="6713552" cy="0"/>
        </a:xfrm>
        <a:prstGeom prst="line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7E067A-C4EF-7D49-A325-334A1BAB993B}">
      <dsp:nvSpPr>
        <dsp:cNvPr id="0" name=""/>
        <dsp:cNvSpPr/>
      </dsp:nvSpPr>
      <dsp:spPr>
        <a:xfrm>
          <a:off x="0" y="1510689"/>
          <a:ext cx="6713552" cy="15084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De er </a:t>
          </a:r>
          <a:r>
            <a:rPr lang="en-US" sz="2600" kern="1200" dirty="0" err="1"/>
            <a:t>nysgerrige</a:t>
          </a:r>
          <a:r>
            <a:rPr lang="en-US" sz="2600" kern="1200" dirty="0"/>
            <a:t> </a:t>
          </a:r>
          <a:r>
            <a:rPr lang="en-US" sz="2600" kern="1200" dirty="0" err="1"/>
            <a:t>på</a:t>
          </a:r>
          <a:r>
            <a:rPr lang="en-US" sz="2600" kern="1200" dirty="0"/>
            <a:t> </a:t>
          </a:r>
          <a:r>
            <a:rPr lang="en-US" sz="2600" kern="1200" dirty="0" err="1"/>
            <a:t>udnyttelse</a:t>
          </a:r>
          <a:r>
            <a:rPr lang="en-US" sz="2600" kern="1200" dirty="0"/>
            <a:t> </a:t>
          </a:r>
          <a:r>
            <a:rPr lang="en-US" sz="2600" kern="1200" dirty="0" err="1"/>
            <a:t>af</a:t>
          </a:r>
          <a:r>
            <a:rPr lang="en-US" sz="2600" kern="1200" dirty="0"/>
            <a:t> data:</a:t>
          </a:r>
        </a:p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- </a:t>
          </a:r>
          <a:r>
            <a:rPr lang="en-US" sz="2000" kern="1200" dirty="0" err="1"/>
            <a:t>Ansættelse</a:t>
          </a:r>
          <a:r>
            <a:rPr lang="en-US" sz="2000" kern="1200" dirty="0"/>
            <a:t> </a:t>
          </a:r>
          <a:r>
            <a:rPr lang="en-US" sz="2000" kern="1200" dirty="0" err="1"/>
            <a:t>af</a:t>
          </a:r>
          <a:r>
            <a:rPr lang="en-US" sz="2000" kern="1200" dirty="0"/>
            <a:t> </a:t>
          </a:r>
          <a:r>
            <a:rPr lang="en-US" sz="2000" kern="1200" dirty="0" err="1"/>
            <a:t>medarbejder</a:t>
          </a:r>
          <a:r>
            <a:rPr lang="en-US" sz="2000" kern="1200" dirty="0"/>
            <a:t> I </a:t>
          </a:r>
          <a:r>
            <a:rPr lang="en-US" sz="2000" kern="1200" dirty="0" err="1"/>
            <a:t>dataafdelingen</a:t>
          </a:r>
          <a:endParaRPr lang="en-US" sz="2000" kern="1200" dirty="0"/>
        </a:p>
      </dsp:txBody>
      <dsp:txXfrm>
        <a:off x="0" y="1510689"/>
        <a:ext cx="6713552" cy="1508477"/>
      </dsp:txXfrm>
    </dsp:sp>
    <dsp:sp modelId="{C11FF8FE-B696-DA4C-A0B3-52202C09A30F}">
      <dsp:nvSpPr>
        <dsp:cNvPr id="0" name=""/>
        <dsp:cNvSpPr/>
      </dsp:nvSpPr>
      <dsp:spPr>
        <a:xfrm>
          <a:off x="0" y="3019167"/>
          <a:ext cx="6713552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8DC5C2-31E9-7846-983D-4D4B503652DD}">
      <dsp:nvSpPr>
        <dsp:cNvPr id="0" name=""/>
        <dsp:cNvSpPr/>
      </dsp:nvSpPr>
      <dsp:spPr>
        <a:xfrm>
          <a:off x="0" y="3019167"/>
          <a:ext cx="6713552" cy="15084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600" kern="1200" dirty="0"/>
            <a:t>Hvordan skaber det værdi for VFF?</a:t>
          </a:r>
          <a:endParaRPr lang="en-US" sz="2600" kern="1200" dirty="0"/>
        </a:p>
      </dsp:txBody>
      <dsp:txXfrm>
        <a:off x="0" y="3019167"/>
        <a:ext cx="6713552" cy="150847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E28AF8-CA1E-6F4B-8B5B-CE98537FC695}">
      <dsp:nvSpPr>
        <dsp:cNvPr id="0" name=""/>
        <dsp:cNvSpPr/>
      </dsp:nvSpPr>
      <dsp:spPr>
        <a:xfrm>
          <a:off x="0" y="2211"/>
          <a:ext cx="671355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C9ACA5-D249-4A49-90B8-343369BC72D1}">
      <dsp:nvSpPr>
        <dsp:cNvPr id="0" name=""/>
        <dsp:cNvSpPr/>
      </dsp:nvSpPr>
      <dsp:spPr>
        <a:xfrm>
          <a:off x="0" y="2211"/>
          <a:ext cx="6713552" cy="15084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600" kern="1200" dirty="0">
              <a:solidFill>
                <a:schemeClr val="tx2"/>
              </a:solidFill>
            </a:rPr>
            <a:t>Vurdering baseret på interviews</a:t>
          </a:r>
          <a:endParaRPr lang="en-US" sz="2000" kern="1200" dirty="0"/>
        </a:p>
      </dsp:txBody>
      <dsp:txXfrm>
        <a:off x="0" y="2211"/>
        <a:ext cx="6713552" cy="1508477"/>
      </dsp:txXfrm>
    </dsp:sp>
    <dsp:sp modelId="{3C2CB81A-605D-AE4B-8C3F-2463A124D1D6}">
      <dsp:nvSpPr>
        <dsp:cNvPr id="0" name=""/>
        <dsp:cNvSpPr/>
      </dsp:nvSpPr>
      <dsp:spPr>
        <a:xfrm>
          <a:off x="0" y="1510689"/>
          <a:ext cx="6713552" cy="0"/>
        </a:xfrm>
        <a:prstGeom prst="line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7E067A-C4EF-7D49-A325-334A1BAB993B}">
      <dsp:nvSpPr>
        <dsp:cNvPr id="0" name=""/>
        <dsp:cNvSpPr/>
      </dsp:nvSpPr>
      <dsp:spPr>
        <a:xfrm>
          <a:off x="0" y="1510689"/>
          <a:ext cx="6713552" cy="15084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600" kern="1200" dirty="0">
              <a:solidFill>
                <a:schemeClr val="tx2"/>
              </a:solidFill>
            </a:rPr>
            <a:t>Risiko for positiv bias</a:t>
          </a:r>
          <a:endParaRPr lang="en-US" sz="2000" kern="1200" dirty="0"/>
        </a:p>
      </dsp:txBody>
      <dsp:txXfrm>
        <a:off x="0" y="1510689"/>
        <a:ext cx="6713552" cy="1508477"/>
      </dsp:txXfrm>
    </dsp:sp>
    <dsp:sp modelId="{C11FF8FE-B696-DA4C-A0B3-52202C09A30F}">
      <dsp:nvSpPr>
        <dsp:cNvPr id="0" name=""/>
        <dsp:cNvSpPr/>
      </dsp:nvSpPr>
      <dsp:spPr>
        <a:xfrm>
          <a:off x="0" y="3019167"/>
          <a:ext cx="6713552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8DC5C2-31E9-7846-983D-4D4B503652DD}">
      <dsp:nvSpPr>
        <dsp:cNvPr id="0" name=""/>
        <dsp:cNvSpPr/>
      </dsp:nvSpPr>
      <dsp:spPr>
        <a:xfrm>
          <a:off x="0" y="3019167"/>
          <a:ext cx="6713552" cy="15084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600" kern="1200" dirty="0"/>
            <a:t>Datamodenhed under udvikling</a:t>
          </a:r>
          <a:endParaRPr lang="en-US" sz="2600" kern="1200" dirty="0"/>
        </a:p>
      </dsp:txBody>
      <dsp:txXfrm>
        <a:off x="0" y="3019167"/>
        <a:ext cx="6713552" cy="150847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7DDC8-03E4-054C-B2BB-741A65D4A372}" type="datetimeFigureOut">
              <a:rPr lang="da-DK" smtClean="0"/>
              <a:t>19-01-2026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6D4FF2-F0FF-9E4F-B403-49D34EDB968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76278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6D4FF2-F0FF-9E4F-B403-49D34EDB9687}" type="slidenum">
              <a:rPr lang="da-DK" smtClean="0"/>
              <a:t>11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338910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D84B7-6D41-1665-D4FD-52D43F559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D88CD6B9-6488-37F8-FAD1-36767F8133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489C497C-A2F3-675D-7ABA-41062815BA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74051096-EE82-7F37-BACF-BACF3D4EBE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6D4FF2-F0FF-9E4F-B403-49D34EDB9687}" type="slidenum">
              <a:rPr lang="da-DK" smtClean="0"/>
              <a:t>12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416759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8B9C1A-7F9A-E0DD-A1CE-2ADFBE113E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B079E17C-A4D7-F11D-EB09-A7FEE07756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6F2E1223-3C87-E6BD-18AA-873C7C2C8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0BE94-D87B-4861-ACC8-B4775129B405}" type="datetimeFigureOut">
              <a:rPr lang="da-DK" smtClean="0"/>
              <a:t>19-01-2026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680C82C0-FF0E-F5D7-AC54-838897B88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B10B29F-AAD8-C5E1-060F-27E8878EA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D17AB-6EE9-4C53-BB2A-09883C17915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24388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C9194B-795B-396E-E645-E57E143FA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7484411-EA13-5F41-72CC-69D955621C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B7927D5E-182A-6288-688F-4FE320CFF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0BE94-D87B-4861-ACC8-B4775129B405}" type="datetimeFigureOut">
              <a:rPr lang="da-DK" smtClean="0"/>
              <a:t>19-01-2026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7BA9D1D-4984-0FCD-353D-38730D380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3664662B-E630-F972-FB9F-B356A10B3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D17AB-6EE9-4C53-BB2A-09883C17915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12004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828DC8-8BE1-1821-9E26-DF10161D2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1D6E7FA4-8629-1921-DE45-B2FC91B46E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90727E55-61E1-9E40-7B59-F12C80E43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0BE94-D87B-4861-ACC8-B4775129B405}" type="datetimeFigureOut">
              <a:rPr lang="da-DK" smtClean="0"/>
              <a:t>19-01-2026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5555C936-4BA7-DDB1-1CEF-5592A2915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3E32FCA6-6249-EDA9-0CEF-9D58B3236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D17AB-6EE9-4C53-BB2A-09883C17915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42629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3A0A59-94F3-C535-C429-F5BA215FE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9C3EB9B-641D-7A5C-66FF-9874C8EF3E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052F79DE-050C-92D1-5295-48159F608B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EEAE1FDE-F69B-A99C-C5EE-795491592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0BE94-D87B-4861-ACC8-B4775129B405}" type="datetimeFigureOut">
              <a:rPr lang="da-DK" smtClean="0"/>
              <a:t>19-01-2026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5EFB864D-EDBB-FC0E-E3D9-636B607BD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087CCF29-4999-0734-C6CC-DC3E2EF27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D17AB-6EE9-4C53-BB2A-09883C17915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37444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C1F1FE-11A9-A8C9-A484-128999317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21B307D1-53E1-089D-C287-E2399FB90A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83CE8054-25B4-F007-C4F1-BB999199D8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22D70DB7-6E63-BEDE-E02E-F6E6DB8E84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BFA07DE2-B3A1-A0C0-72EA-E1AB52097D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2CD671B1-08FF-027B-B4DF-DE612AE16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0BE94-D87B-4861-ACC8-B4775129B405}" type="datetimeFigureOut">
              <a:rPr lang="da-DK" smtClean="0"/>
              <a:t>19-01-2026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D6D9DDBC-20B3-F5B3-E865-A56E219EC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6EECB04E-8539-0810-BCBD-D45D542AE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D17AB-6EE9-4C53-BB2A-09883C17915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81928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60A5BC-961A-CE43-1BA3-70C9FABB4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C318F6D9-61A2-5005-2A29-EEB7954BC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0BE94-D87B-4861-ACC8-B4775129B405}" type="datetimeFigureOut">
              <a:rPr lang="da-DK" smtClean="0"/>
              <a:t>19-01-2026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ED4697C2-F032-4C9D-9813-C97156D18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1B8DB614-37AD-9442-D08A-080560284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D17AB-6EE9-4C53-BB2A-09883C17915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4281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9F378394-A7C0-05DB-D13E-971199524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0BE94-D87B-4861-ACC8-B4775129B405}" type="datetimeFigureOut">
              <a:rPr lang="da-DK" smtClean="0"/>
              <a:t>19-01-2026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AC40912A-D182-480F-E1B0-65763A67D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B12F0478-8E9A-923D-A205-04C81D331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D17AB-6EE9-4C53-BB2A-09883C17915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88814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B966DB-54D3-7FDE-7418-2EB1A6A74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5FE5606-1FDD-F376-DA49-EA5E65C552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5F5F71F4-1F10-F6D2-C89D-67237DF93B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F4E5996C-B6AD-9285-045F-220F7867F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0BE94-D87B-4861-ACC8-B4775129B405}" type="datetimeFigureOut">
              <a:rPr lang="da-DK" smtClean="0"/>
              <a:t>19-01-2026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3F638AD3-6DC4-25F3-3620-20BE28323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AA25B6A0-F93A-8C02-C2E3-6A1B7C0F2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D17AB-6EE9-4C53-BB2A-09883C17915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47193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D2CA8C-F8B0-E1D1-C803-7D02AD5F0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392AECB2-1B2E-8FC0-2878-B28321C682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B89EAF30-7662-BEE3-0439-7D2CE29830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ED352593-2226-FF72-06F4-21DE9A7CF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0BE94-D87B-4861-ACC8-B4775129B405}" type="datetimeFigureOut">
              <a:rPr lang="da-DK" smtClean="0"/>
              <a:t>19-01-2026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CD538238-5BA0-56D7-151E-FC16C3FCE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3D8E1FD8-E2B4-E590-5CB9-70F920B76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D17AB-6EE9-4C53-BB2A-09883C17915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96571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3D80D4-0B0A-F615-8DE9-1C13E18B2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CC173143-3BBB-221C-58DB-5463F7AC27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8DC40D13-ECF9-8CA1-9608-0A4104800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0BE94-D87B-4861-ACC8-B4775129B405}" type="datetimeFigureOut">
              <a:rPr lang="da-DK" smtClean="0"/>
              <a:t>19-01-2026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8021C2FF-C726-91C6-EA5C-3F7D13087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CF184B59-F3F3-4BDD-8321-8126BF760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D17AB-6EE9-4C53-BB2A-09883C17915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33023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C11E2F61-A15C-2FFB-6005-B2C0BB4723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5DE0AE33-7C42-416E-64BB-48EFB347B3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6D94244-CC49-E7D4-9B93-F7C67A61A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0BE94-D87B-4861-ACC8-B4775129B405}" type="datetimeFigureOut">
              <a:rPr lang="da-DK" smtClean="0"/>
              <a:t>19-01-2026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32792368-0617-7A74-EFD8-B244410C0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C4EF67EA-C234-B06B-301D-E5423C8E1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D17AB-6EE9-4C53-BB2A-09883C17915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0999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ED13A965-3DC3-4920-F944-28BC7A8B8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676B1DD2-D3A4-1E15-325A-7F55C2BA8B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EAF453E-6B7A-DBCC-E452-460D02628C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70BE94-D87B-4861-ACC8-B4775129B405}" type="datetimeFigureOut">
              <a:rPr lang="da-DK" smtClean="0"/>
              <a:t>19-01-2026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93F98EF4-7247-505B-2D19-F6ED296ED3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D6E7CC4-7A78-A01A-E8CC-2921861C3D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6D17AB-6EE9-4C53-BB2A-09883C17915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88152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Relationship Id="rId9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6EB9F02-CD4E-9136-ED4D-8B395D0696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anchor="t">
            <a:normAutofit fontScale="90000"/>
          </a:bodyPr>
          <a:lstStyle/>
          <a:p>
            <a:pPr algn="l"/>
            <a:r>
              <a:rPr lang="da-DK" sz="3700" b="1" dirty="0">
                <a:solidFill>
                  <a:schemeClr val="tx2"/>
                </a:solidFill>
              </a:rPr>
              <a:t>Forudsigelse af tilskuertal ved Viborg </a:t>
            </a:r>
            <a:r>
              <a:rPr lang="da-DK" sz="3700" b="1" dirty="0" err="1">
                <a:solidFill>
                  <a:schemeClr val="tx2"/>
                </a:solidFill>
              </a:rPr>
              <a:t>FF`s</a:t>
            </a:r>
            <a:r>
              <a:rPr lang="da-DK" sz="3700" b="1" dirty="0">
                <a:solidFill>
                  <a:schemeClr val="tx2"/>
                </a:solidFill>
              </a:rPr>
              <a:t> hjemmekampe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B5EE660C-01E4-F45F-E235-093115E536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0966" y="3428999"/>
            <a:ext cx="4805691" cy="838831"/>
          </a:xfrm>
        </p:spPr>
        <p:txBody>
          <a:bodyPr anchor="b">
            <a:normAutofit/>
          </a:bodyPr>
          <a:lstStyle/>
          <a:p>
            <a:pPr algn="l"/>
            <a:endParaRPr lang="da-DK" sz="2000">
              <a:solidFill>
                <a:schemeClr val="tx2"/>
              </a:solidFill>
            </a:endParaRPr>
          </a:p>
        </p:txBody>
      </p:sp>
      <p:pic>
        <p:nvPicPr>
          <p:cNvPr id="5" name="Billede 4" descr="Et billede, der indeholder symbol, logo, Varemærke, emblem&#10;&#10;AI-genereret indhold kan være ukorrekt.">
            <a:extLst>
              <a:ext uri="{FF2B5EF4-FFF2-40B4-BE49-F238E27FC236}">
                <a16:creationId xmlns:a16="http://schemas.microsoft.com/office/drawing/2014/main" id="{7CCB6F6D-D401-B822-C2D6-4FA64BE08A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971516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6DE7E257-4B16-C676-0E99-B5A360805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da-DK" sz="3600">
                <a:solidFill>
                  <a:schemeClr val="tx2"/>
                </a:solidFill>
              </a:rPr>
              <a:t>Agenda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40F1CEB5-BB55-6BA9-8DBE-903F979F92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da-DK" sz="1800">
                <a:solidFill>
                  <a:schemeClr val="tx2"/>
                </a:solidFill>
              </a:rPr>
              <a:t>Hvad går opgaven ud på og vores problemstilling</a:t>
            </a:r>
          </a:p>
          <a:p>
            <a:r>
              <a:rPr lang="da-DK" sz="1800">
                <a:solidFill>
                  <a:schemeClr val="tx2"/>
                </a:solidFill>
              </a:rPr>
              <a:t>Paradigmevalg og analytisk tilgang</a:t>
            </a:r>
          </a:p>
          <a:p>
            <a:r>
              <a:rPr lang="da-DK" sz="1800">
                <a:solidFill>
                  <a:schemeClr val="tx2"/>
                </a:solidFill>
              </a:rPr>
              <a:t>Analyse af datamodenhed</a:t>
            </a:r>
          </a:p>
          <a:p>
            <a:r>
              <a:rPr lang="da-DK" sz="1800">
                <a:solidFill>
                  <a:schemeClr val="tx2"/>
                </a:solidFill>
              </a:rPr>
              <a:t>Modelopbygning og evaluering</a:t>
            </a:r>
          </a:p>
          <a:p>
            <a:r>
              <a:rPr lang="da-DK" sz="1800">
                <a:solidFill>
                  <a:schemeClr val="tx2"/>
                </a:solidFill>
              </a:rPr>
              <a:t>Variabelbetydning</a:t>
            </a:r>
          </a:p>
          <a:p>
            <a:r>
              <a:rPr lang="da-DK" sz="1800">
                <a:solidFill>
                  <a:schemeClr val="tx2"/>
                </a:solidFill>
              </a:rPr>
              <a:t>Konklusion</a:t>
            </a:r>
          </a:p>
          <a:p>
            <a:r>
              <a:rPr lang="da-DK" sz="1800">
                <a:solidFill>
                  <a:schemeClr val="tx2"/>
                </a:solidFill>
              </a:rPr>
              <a:t>Forretningsmæssig anvendelse og anbefalinger</a:t>
            </a:r>
          </a:p>
          <a:p>
            <a:r>
              <a:rPr lang="da-DK" sz="1800">
                <a:solidFill>
                  <a:schemeClr val="tx2"/>
                </a:solidFill>
              </a:rPr>
              <a:t>Refklesioner over modellering og datamodenhed</a:t>
            </a:r>
          </a:p>
        </p:txBody>
      </p:sp>
    </p:spTree>
    <p:extLst>
      <p:ext uri="{BB962C8B-B14F-4D97-AF65-F5344CB8AC3E}">
        <p14:creationId xmlns:p14="http://schemas.microsoft.com/office/powerpoint/2010/main" val="1483161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8FFFE1CA-D1E4-F289-28B2-20E31B5DA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da-DK" sz="3600" dirty="0">
                <a:solidFill>
                  <a:schemeClr val="tx2"/>
                </a:solidFill>
              </a:rPr>
              <a:t>Hvad går opgaven ud på og vores problemstilling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40FCD057-1B58-1CCB-362C-8F37707EB4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da-DK" sz="1800" b="1" dirty="0">
                <a:solidFill>
                  <a:schemeClr val="tx2"/>
                </a:solidFill>
              </a:rPr>
              <a:t>Problemstilling</a:t>
            </a:r>
          </a:p>
          <a:p>
            <a:r>
              <a:rPr lang="da-DK" sz="1800" dirty="0">
                <a:solidFill>
                  <a:schemeClr val="tx2"/>
                </a:solidFill>
              </a:rPr>
              <a:t>Viborg FF ønsker bedre </a:t>
            </a:r>
            <a:r>
              <a:rPr lang="da-DK" sz="1800" b="1" dirty="0" err="1">
                <a:solidFill>
                  <a:schemeClr val="tx2"/>
                </a:solidFill>
              </a:rPr>
              <a:t>beslutningsstøte</a:t>
            </a:r>
            <a:r>
              <a:rPr lang="da-DK" sz="1800" dirty="0">
                <a:solidFill>
                  <a:schemeClr val="tx2"/>
                </a:solidFill>
              </a:rPr>
              <a:t> i forbindelse med </a:t>
            </a:r>
            <a:r>
              <a:rPr lang="da-DK" sz="1800" b="1" dirty="0">
                <a:solidFill>
                  <a:schemeClr val="tx2"/>
                </a:solidFill>
              </a:rPr>
              <a:t>hjemmekampe</a:t>
            </a:r>
          </a:p>
          <a:p>
            <a:r>
              <a:rPr lang="da-DK" sz="1800" dirty="0">
                <a:solidFill>
                  <a:schemeClr val="tx2"/>
                </a:solidFill>
              </a:rPr>
              <a:t>Tilskuertal har betydning for bemanding, logistik, økonomi og fanoplevelse</a:t>
            </a:r>
          </a:p>
          <a:p>
            <a:r>
              <a:rPr lang="da-DK" sz="1800" dirty="0">
                <a:solidFill>
                  <a:schemeClr val="tx2"/>
                </a:solidFill>
              </a:rPr>
              <a:t>Fokus på hvordan data kan anvendes aktivt i planlægningen</a:t>
            </a:r>
          </a:p>
          <a:p>
            <a:pPr marL="0" indent="0">
              <a:buNone/>
            </a:pPr>
            <a:r>
              <a:rPr lang="da-DK" sz="1800" b="1" dirty="0">
                <a:solidFill>
                  <a:schemeClr val="tx2"/>
                </a:solidFill>
              </a:rPr>
              <a:t>Problemformulering</a:t>
            </a:r>
          </a:p>
          <a:p>
            <a:pPr marL="0" indent="0">
              <a:buNone/>
            </a:pPr>
            <a:r>
              <a:rPr lang="da-DK" sz="1800" i="1" dirty="0">
                <a:solidFill>
                  <a:schemeClr val="tx2"/>
                </a:solidFill>
              </a:rPr>
              <a:t>Hvordan kan Viborg FF gennem </a:t>
            </a:r>
            <a:r>
              <a:rPr lang="da-DK" sz="1800" i="1" dirty="0" err="1">
                <a:solidFill>
                  <a:schemeClr val="tx2"/>
                </a:solidFill>
              </a:rPr>
              <a:t>insamling</a:t>
            </a:r>
            <a:r>
              <a:rPr lang="da-DK" sz="1800" i="1" dirty="0">
                <a:solidFill>
                  <a:schemeClr val="tx2"/>
                </a:solidFill>
              </a:rPr>
              <a:t> og analyse af relevante data identificere de faktorer, der har størst indflydelse på </a:t>
            </a:r>
            <a:r>
              <a:rPr lang="da-DK" sz="1800" i="1" dirty="0" err="1">
                <a:solidFill>
                  <a:schemeClr val="tx2"/>
                </a:solidFill>
              </a:rPr>
              <a:t>billetslaget</a:t>
            </a:r>
            <a:r>
              <a:rPr lang="da-DK" sz="1800" i="1" dirty="0">
                <a:solidFill>
                  <a:schemeClr val="tx2"/>
                </a:solidFill>
              </a:rPr>
              <a:t> og anvende denne viden til at optimere salget af </a:t>
            </a:r>
            <a:r>
              <a:rPr lang="da-DK" sz="1800" i="1" dirty="0" err="1">
                <a:solidFill>
                  <a:schemeClr val="tx2"/>
                </a:solidFill>
              </a:rPr>
              <a:t>biletter</a:t>
            </a:r>
            <a:r>
              <a:rPr lang="da-DK" sz="1800" i="1" dirty="0">
                <a:solidFill>
                  <a:schemeClr val="tx2"/>
                </a:solidFill>
              </a:rPr>
              <a:t> ved hjemmekampe?</a:t>
            </a:r>
          </a:p>
        </p:txBody>
      </p:sp>
    </p:spTree>
    <p:extLst>
      <p:ext uri="{BB962C8B-B14F-4D97-AF65-F5344CB8AC3E}">
        <p14:creationId xmlns:p14="http://schemas.microsoft.com/office/powerpoint/2010/main" val="37300397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6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8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05409A7-2E94-4FEA-EC19-640E2FE3C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594707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da-DK" sz="3600" b="1" dirty="0"/>
              <a:t>Paradigmevalg</a:t>
            </a:r>
            <a:endParaRPr lang="da-DK" sz="3600" b="1" dirty="0">
              <a:solidFill>
                <a:schemeClr val="tx2"/>
              </a:solidFill>
            </a:endParaRPr>
          </a:p>
        </p:txBody>
      </p:sp>
      <p:grpSp>
        <p:nvGrpSpPr>
          <p:cNvPr id="26" name="Group 30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28" name="Freeform: Shape 31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32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3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reeform: Shape 34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187D8AA-024A-6027-64B9-2EBD4EABDC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3329677"/>
            <a:ext cx="9833548" cy="2457269"/>
          </a:xfrm>
        </p:spPr>
        <p:txBody>
          <a:bodyPr>
            <a:normAutofit/>
          </a:bodyPr>
          <a:lstStyle/>
          <a:p>
            <a:pPr lvl="0"/>
            <a:r>
              <a:rPr lang="da-DK" sz="1800" dirty="0"/>
              <a:t>Datadrevet og analytisk tilgang</a:t>
            </a:r>
            <a:endParaRPr lang="en-US" sz="1800" dirty="0"/>
          </a:p>
          <a:p>
            <a:pPr lvl="0"/>
            <a:r>
              <a:rPr lang="da-DK" sz="1800" dirty="0"/>
              <a:t>Fokus på beslutningsstøtte</a:t>
            </a:r>
            <a:endParaRPr lang="en-US" sz="1800" dirty="0"/>
          </a:p>
          <a:p>
            <a:pPr lvl="0"/>
            <a:r>
              <a:rPr lang="da-DK" sz="1800" dirty="0"/>
              <a:t>Kvantitative data og modeller</a:t>
            </a:r>
            <a:endParaRPr lang="en-US" sz="1800" dirty="0"/>
          </a:p>
        </p:txBody>
      </p:sp>
      <p:grpSp>
        <p:nvGrpSpPr>
          <p:cNvPr id="43" name="Group 36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44" name="Freeform: Shape 37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: Shape 38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: Shape 39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: Shape 40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09530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B91F072-D97A-605D-86BA-4BC91C8F9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576" y="1261423"/>
            <a:ext cx="9829800" cy="1325880"/>
          </a:xfrm>
        </p:spPr>
        <p:txBody>
          <a:bodyPr anchor="b">
            <a:normAutofit/>
          </a:bodyPr>
          <a:lstStyle/>
          <a:p>
            <a:pPr algn="ctr"/>
            <a:r>
              <a:rPr lang="da-DK" sz="3600" b="1" dirty="0">
                <a:solidFill>
                  <a:schemeClr val="tx2"/>
                </a:solidFill>
              </a:rPr>
              <a:t>Analyse datamodenhed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Pladsholder til indhold 2">
            <a:extLst>
              <a:ext uri="{FF2B5EF4-FFF2-40B4-BE49-F238E27FC236}">
                <a16:creationId xmlns:a16="http://schemas.microsoft.com/office/drawing/2014/main" id="{777F6474-6815-3559-7CB0-584831305A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827419"/>
            <a:ext cx="5126896" cy="3227626"/>
          </a:xfrm>
        </p:spPr>
        <p:txBody>
          <a:bodyPr anchor="ctr">
            <a:normAutofit/>
          </a:bodyPr>
          <a:lstStyle/>
          <a:p>
            <a:r>
              <a:rPr lang="da-DK" sz="1800" dirty="0">
                <a:solidFill>
                  <a:schemeClr val="tx2"/>
                </a:solidFill>
              </a:rPr>
              <a:t>Datamodenhed vurderet via Alexandra-modellen.</a:t>
            </a:r>
          </a:p>
          <a:p>
            <a:r>
              <a:rPr lang="da-DK" sz="1800" dirty="0">
                <a:solidFill>
                  <a:schemeClr val="tx2"/>
                </a:solidFill>
              </a:rPr>
              <a:t>Baseret på interviews og organisatorisk praksis</a:t>
            </a:r>
          </a:p>
          <a:p>
            <a:r>
              <a:rPr lang="da-DK" sz="1800" dirty="0">
                <a:solidFill>
                  <a:schemeClr val="tx2"/>
                </a:solidFill>
              </a:rPr>
              <a:t>Data bruges primært operationelt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31729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" name="Rectangle 58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2EB5C44-49CC-A026-674C-A2B067DCC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576" y="1261423"/>
            <a:ext cx="9829800" cy="770422"/>
          </a:xfrm>
        </p:spPr>
        <p:txBody>
          <a:bodyPr anchor="b">
            <a:normAutofit/>
          </a:bodyPr>
          <a:lstStyle/>
          <a:p>
            <a:pPr algn="ctr"/>
            <a:r>
              <a:rPr lang="da-DK" sz="3600" b="1" dirty="0">
                <a:solidFill>
                  <a:schemeClr val="tx2"/>
                </a:solidFill>
              </a:rPr>
              <a:t>Evaluering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3604275E-5502-5FC9-074B-9F8A871528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0287" y="3429000"/>
            <a:ext cx="5126896" cy="232770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da-DK" sz="1800" b="1" dirty="0">
                <a:solidFill>
                  <a:schemeClr val="tx2"/>
                </a:solidFill>
              </a:rPr>
              <a:t>Modelvurdering</a:t>
            </a:r>
          </a:p>
          <a:p>
            <a:r>
              <a:rPr lang="da-DK" sz="1800" dirty="0">
                <a:solidFill>
                  <a:schemeClr val="tx2"/>
                </a:solidFill>
              </a:rPr>
              <a:t>4 forskellige ML modeller</a:t>
            </a:r>
          </a:p>
          <a:p>
            <a:r>
              <a:rPr lang="da-DK" sz="1800" dirty="0">
                <a:solidFill>
                  <a:schemeClr val="tx2"/>
                </a:solidFill>
              </a:rPr>
              <a:t>Sammenligning af test-RSME</a:t>
            </a:r>
          </a:p>
          <a:p>
            <a:r>
              <a:rPr lang="da-DK" sz="1800" dirty="0">
                <a:solidFill>
                  <a:schemeClr val="tx2"/>
                </a:solidFill>
              </a:rPr>
              <a:t>Vigtigste variabler – Billetsalg</a:t>
            </a:r>
          </a:p>
          <a:p>
            <a:r>
              <a:rPr lang="da-DK" sz="1800" dirty="0">
                <a:solidFill>
                  <a:schemeClr val="tx2"/>
                </a:solidFill>
              </a:rPr>
              <a:t>Bedre prædiktion jo tættere vi kommer på kampdagen</a:t>
            </a:r>
          </a:p>
          <a:p>
            <a:endParaRPr lang="da-DK" sz="1800" dirty="0">
              <a:solidFill>
                <a:schemeClr val="tx2"/>
              </a:solidFill>
            </a:endParaRPr>
          </a:p>
          <a:p>
            <a:endParaRPr lang="da-DK" sz="18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da-DK" sz="18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da-DK" sz="1800" dirty="0">
              <a:solidFill>
                <a:schemeClr val="tx2"/>
              </a:solidFill>
            </a:endParaRP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6" name="Billede 5" descr="Et billede, der indeholder tekst, skærmbillede, Font/skrifttype, nummer/tal&#10;&#10;AI-genereret indhold kan være ukorrekt.">
            <a:extLst>
              <a:ext uri="{FF2B5EF4-FFF2-40B4-BE49-F238E27FC236}">
                <a16:creationId xmlns:a16="http://schemas.microsoft.com/office/drawing/2014/main" id="{C8D805B0-7DB0-CF20-FFAB-F58C733CE1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221" y="2453971"/>
            <a:ext cx="4954693" cy="1449248"/>
          </a:xfrm>
          <a:prstGeom prst="rect">
            <a:avLst/>
          </a:prstGeom>
        </p:spPr>
      </p:pic>
      <p:sp>
        <p:nvSpPr>
          <p:cNvPr id="4" name="Pladsholder til indhold 2">
            <a:extLst>
              <a:ext uri="{FF2B5EF4-FFF2-40B4-BE49-F238E27FC236}">
                <a16:creationId xmlns:a16="http://schemas.microsoft.com/office/drawing/2014/main" id="{219451E9-4A10-6B49-6B77-64FD76D63A99}"/>
              </a:ext>
            </a:extLst>
          </p:cNvPr>
          <p:cNvSpPr txBox="1">
            <a:spLocks/>
          </p:cNvSpPr>
          <p:nvPr/>
        </p:nvSpPr>
        <p:spPr>
          <a:xfrm>
            <a:off x="1179576" y="4681348"/>
            <a:ext cx="5126896" cy="32276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da-DK" sz="1800" dirty="0">
              <a:solidFill>
                <a:schemeClr val="tx2"/>
              </a:solidFill>
            </a:endParaRPr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DB610BE0-9E61-4E42-2DFB-EDB62B7C3BF4}"/>
              </a:ext>
            </a:extLst>
          </p:cNvPr>
          <p:cNvSpPr txBox="1"/>
          <p:nvPr/>
        </p:nvSpPr>
        <p:spPr>
          <a:xfrm>
            <a:off x="907249" y="5230117"/>
            <a:ext cx="58129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a-DK" sz="1200" dirty="0"/>
          </a:p>
          <a:p>
            <a:endParaRPr lang="da-DK" sz="1200" dirty="0"/>
          </a:p>
        </p:txBody>
      </p:sp>
      <p:pic>
        <p:nvPicPr>
          <p:cNvPr id="7" name="Billede 6" descr="Et billede, der indeholder tekst, linje/række, diagram, Kurve&#10;&#10;AI-genereret indhold kan være ukorrekt.">
            <a:extLst>
              <a:ext uri="{FF2B5EF4-FFF2-40B4-BE49-F238E27FC236}">
                <a16:creationId xmlns:a16="http://schemas.microsoft.com/office/drawing/2014/main" id="{3A5E71BB-EDCB-EB55-B809-2704578820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8465" y="4408405"/>
            <a:ext cx="3050525" cy="1868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481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F269F36-6BBC-7423-47AB-BDC2BB9A6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766330" cy="1454051"/>
          </a:xfrm>
        </p:spPr>
        <p:txBody>
          <a:bodyPr>
            <a:normAutofit/>
          </a:bodyPr>
          <a:lstStyle/>
          <a:p>
            <a:r>
              <a:rPr lang="da-DK" sz="3600" b="1">
                <a:solidFill>
                  <a:schemeClr val="tx2"/>
                </a:solidFill>
              </a:rPr>
              <a:t>Variabelbetydning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Billede 3" descr="Et billede, der indeholder tekst, skærmbillede, nummer/tal, Font/skrifttype&#10;&#10;AI-genereret indhold kan være ukorrekt.">
            <a:extLst>
              <a:ext uri="{FF2B5EF4-FFF2-40B4-BE49-F238E27FC236}">
                <a16:creationId xmlns:a16="http://schemas.microsoft.com/office/drawing/2014/main" id="{7734C72D-2912-35CE-83D1-ABC90F98D8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62" r="-2" b="11495"/>
          <a:stretch>
            <a:fillRect/>
          </a:stretch>
        </p:blipFill>
        <p:spPr>
          <a:xfrm>
            <a:off x="7385951" y="2421683"/>
            <a:ext cx="4806049" cy="2870987"/>
          </a:xfrm>
          <a:prstGeom prst="rect">
            <a:avLst/>
          </a:prstGeom>
        </p:spPr>
      </p:pic>
      <p:graphicFrame>
        <p:nvGraphicFramePr>
          <p:cNvPr id="5" name="Pladsholder til indhold 2">
            <a:extLst>
              <a:ext uri="{FF2B5EF4-FFF2-40B4-BE49-F238E27FC236}">
                <a16:creationId xmlns:a16="http://schemas.microsoft.com/office/drawing/2014/main" id="{B63FF504-ABD5-3B58-1D5C-AFF38A0046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8198283"/>
              </p:ext>
            </p:extLst>
          </p:nvPr>
        </p:nvGraphicFramePr>
        <p:xfrm>
          <a:off x="804672" y="2421683"/>
          <a:ext cx="4765949" cy="33534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87888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02CFB03-33F1-12B6-A68F-AC2D0D543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da-DK" sz="5200" b="1" dirty="0"/>
              <a:t>Konklusion</a:t>
            </a:r>
          </a:p>
        </p:txBody>
      </p:sp>
      <p:graphicFrame>
        <p:nvGraphicFramePr>
          <p:cNvPr id="16" name="Pladsholder til indhold 2">
            <a:extLst>
              <a:ext uri="{FF2B5EF4-FFF2-40B4-BE49-F238E27FC236}">
                <a16:creationId xmlns:a16="http://schemas.microsoft.com/office/drawing/2014/main" id="{3029C3C3-7FA4-B6FB-5409-3A9B575F98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9122019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829021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772A360-D6D5-848D-89FB-391198726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 fontScale="90000"/>
          </a:bodyPr>
          <a:lstStyle/>
          <a:p>
            <a:r>
              <a:rPr lang="da-DK" sz="4000" b="1" dirty="0"/>
              <a:t>Forretningsmæssig anvendelse / Anbefaling</a:t>
            </a:r>
          </a:p>
        </p:txBody>
      </p:sp>
      <p:graphicFrame>
        <p:nvGraphicFramePr>
          <p:cNvPr id="5" name="Pladsholder til indhold 2">
            <a:extLst>
              <a:ext uri="{FF2B5EF4-FFF2-40B4-BE49-F238E27FC236}">
                <a16:creationId xmlns:a16="http://schemas.microsoft.com/office/drawing/2014/main" id="{0C664BD0-CB3E-B427-C908-41D7B367FC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6923530"/>
              </p:ext>
            </p:extLst>
          </p:nvPr>
        </p:nvGraphicFramePr>
        <p:xfrm>
          <a:off x="761802" y="2743200"/>
          <a:ext cx="4646905" cy="36131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191727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205B1A4-CE1B-380C-5FAA-C56EE22F6D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53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57363FD-7E77-4145-9483-331A807A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6802" cy="6858000"/>
          </a:xfrm>
          <a:prstGeom prst="rect">
            <a:avLst/>
          </a:prstGeom>
          <a:gradFill flip="none" rotWithShape="1">
            <a:gsLst>
              <a:gs pos="28000">
                <a:schemeClr val="bg2">
                  <a:alpha val="84000"/>
                </a:schemeClr>
              </a:gs>
              <a:gs pos="74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A79CBF7-3D2D-F84E-F43C-38BDFE3B3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da-DK" b="1" dirty="0"/>
              <a:t>Refleksioner ved modellering</a:t>
            </a:r>
          </a:p>
        </p:txBody>
      </p:sp>
      <p:graphicFrame>
        <p:nvGraphicFramePr>
          <p:cNvPr id="5" name="Pladsholder til indhold 2">
            <a:extLst>
              <a:ext uri="{FF2B5EF4-FFF2-40B4-BE49-F238E27FC236}">
                <a16:creationId xmlns:a16="http://schemas.microsoft.com/office/drawing/2014/main" id="{058EFEE1-1E7F-4595-45C8-20CD6E89CD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113505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977113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A31172-F2C5-401B-0B3C-E78E6711A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16B67CD-99DE-3F40-A4A4-11D1671B3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6" y="148852"/>
            <a:ext cx="11018520" cy="1434415"/>
          </a:xfrm>
        </p:spPr>
        <p:txBody>
          <a:bodyPr anchor="b">
            <a:normAutofit/>
          </a:bodyPr>
          <a:lstStyle/>
          <a:p>
            <a:r>
              <a:rPr lang="da-DK" sz="5400" b="1" dirty="0"/>
              <a:t>Refleksioner: Konkret anbefaling</a:t>
            </a:r>
          </a:p>
        </p:txBody>
      </p:sp>
      <p:sp>
        <p:nvSpPr>
          <p:cNvPr id="13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Pladsholder til indhold 2">
            <a:extLst>
              <a:ext uri="{FF2B5EF4-FFF2-40B4-BE49-F238E27FC236}">
                <a16:creationId xmlns:a16="http://schemas.microsoft.com/office/drawing/2014/main" id="{59ECE4CB-2303-8B50-709B-A812A2EA25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582558"/>
              </p:ext>
            </p:extLst>
          </p:nvPr>
        </p:nvGraphicFramePr>
        <p:xfrm>
          <a:off x="572493" y="2071316"/>
          <a:ext cx="6713552" cy="45298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Billede 3" descr="Et billede, der indeholder tekst, skærmbillede, diagram, design&#10;&#10;AI-genereret indhold kan være ukorrekt.">
            <a:extLst>
              <a:ext uri="{FF2B5EF4-FFF2-40B4-BE49-F238E27FC236}">
                <a16:creationId xmlns:a16="http://schemas.microsoft.com/office/drawing/2014/main" id="{C080645F-CB67-46FD-FE7B-255AAADD400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4324" y="2639977"/>
            <a:ext cx="3760969" cy="2792660"/>
          </a:xfrm>
          <a:prstGeom prst="rect">
            <a:avLst/>
          </a:prstGeom>
        </p:spPr>
      </p:pic>
      <p:pic>
        <p:nvPicPr>
          <p:cNvPr id="8" name="Billede 7">
            <a:extLst>
              <a:ext uri="{FF2B5EF4-FFF2-40B4-BE49-F238E27FC236}">
                <a16:creationId xmlns:a16="http://schemas.microsoft.com/office/drawing/2014/main" id="{F82133AD-0B14-5155-69D5-1B196159B52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5006" y="3251541"/>
            <a:ext cx="516866" cy="195044"/>
          </a:xfrm>
          <a:prstGeom prst="rect">
            <a:avLst/>
          </a:prstGeom>
        </p:spPr>
      </p:pic>
      <p:pic>
        <p:nvPicPr>
          <p:cNvPr id="9" name="Billede 8">
            <a:extLst>
              <a:ext uri="{FF2B5EF4-FFF2-40B4-BE49-F238E27FC236}">
                <a16:creationId xmlns:a16="http://schemas.microsoft.com/office/drawing/2014/main" id="{566E884C-0223-31F8-1C70-E1363168C68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1850" y="3841263"/>
            <a:ext cx="516866" cy="195044"/>
          </a:xfrm>
          <a:prstGeom prst="rect">
            <a:avLst/>
          </a:prstGeom>
        </p:spPr>
      </p:pic>
      <p:pic>
        <p:nvPicPr>
          <p:cNvPr id="12" name="Billede 11">
            <a:extLst>
              <a:ext uri="{FF2B5EF4-FFF2-40B4-BE49-F238E27FC236}">
                <a16:creationId xmlns:a16="http://schemas.microsoft.com/office/drawing/2014/main" id="{84AE580E-D8A1-05E0-91DD-02167E7E1F1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5006" y="4386730"/>
            <a:ext cx="516866" cy="195044"/>
          </a:xfrm>
          <a:prstGeom prst="rect">
            <a:avLst/>
          </a:prstGeom>
        </p:spPr>
      </p:pic>
      <p:pic>
        <p:nvPicPr>
          <p:cNvPr id="14" name="Billede 13">
            <a:extLst>
              <a:ext uri="{FF2B5EF4-FFF2-40B4-BE49-F238E27FC236}">
                <a16:creationId xmlns:a16="http://schemas.microsoft.com/office/drawing/2014/main" id="{D2D59F01-C923-B6C4-4097-4AC67428B0E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5006" y="4976452"/>
            <a:ext cx="516866" cy="195044"/>
          </a:xfrm>
          <a:prstGeom prst="rect">
            <a:avLst/>
          </a:prstGeom>
        </p:spPr>
      </p:pic>
      <p:pic>
        <p:nvPicPr>
          <p:cNvPr id="15" name="Billede 14">
            <a:extLst>
              <a:ext uri="{FF2B5EF4-FFF2-40B4-BE49-F238E27FC236}">
                <a16:creationId xmlns:a16="http://schemas.microsoft.com/office/drawing/2014/main" id="{4AD8A6AC-DFBF-2A91-DD4C-7D49DA3A5E1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9403" y="3610662"/>
            <a:ext cx="516866" cy="195044"/>
          </a:xfrm>
          <a:prstGeom prst="rect">
            <a:avLst/>
          </a:prstGeom>
        </p:spPr>
      </p:pic>
      <p:pic>
        <p:nvPicPr>
          <p:cNvPr id="16" name="Billede 15">
            <a:extLst>
              <a:ext uri="{FF2B5EF4-FFF2-40B4-BE49-F238E27FC236}">
                <a16:creationId xmlns:a16="http://schemas.microsoft.com/office/drawing/2014/main" id="{9BAE2620-8361-75C6-63C7-A4D16B18837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4276" y="3616074"/>
            <a:ext cx="516866" cy="195044"/>
          </a:xfrm>
          <a:prstGeom prst="rect">
            <a:avLst/>
          </a:prstGeom>
        </p:spPr>
      </p:pic>
      <p:sp>
        <p:nvSpPr>
          <p:cNvPr id="17" name="Tekstfelt 16">
            <a:extLst>
              <a:ext uri="{FF2B5EF4-FFF2-40B4-BE49-F238E27FC236}">
                <a16:creationId xmlns:a16="http://schemas.microsoft.com/office/drawing/2014/main" id="{0B078319-E35F-229D-3836-887028C2B884}"/>
              </a:ext>
            </a:extLst>
          </p:cNvPr>
          <p:cNvSpPr txBox="1"/>
          <p:nvPr/>
        </p:nvSpPr>
        <p:spPr>
          <a:xfrm>
            <a:off x="8275863" y="3232176"/>
            <a:ext cx="82669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800" dirty="0">
                <a:solidFill>
                  <a:schemeClr val="bg2"/>
                </a:solidFill>
              </a:rPr>
              <a:t>SQL</a:t>
            </a:r>
          </a:p>
        </p:txBody>
      </p:sp>
      <p:sp>
        <p:nvSpPr>
          <p:cNvPr id="18" name="Tekstfelt 17">
            <a:extLst>
              <a:ext uri="{FF2B5EF4-FFF2-40B4-BE49-F238E27FC236}">
                <a16:creationId xmlns:a16="http://schemas.microsoft.com/office/drawing/2014/main" id="{EF1A8A2D-FFAA-9D27-1A11-83BDB4DC2699}"/>
              </a:ext>
            </a:extLst>
          </p:cNvPr>
          <p:cNvSpPr txBox="1"/>
          <p:nvPr/>
        </p:nvSpPr>
        <p:spPr>
          <a:xfrm>
            <a:off x="8253518" y="3797008"/>
            <a:ext cx="82669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800" dirty="0">
                <a:solidFill>
                  <a:schemeClr val="bg2"/>
                </a:solidFill>
              </a:rPr>
              <a:t>cvs</a:t>
            </a:r>
          </a:p>
        </p:txBody>
      </p:sp>
      <p:sp>
        <p:nvSpPr>
          <p:cNvPr id="19" name="Tekstfelt 18">
            <a:extLst>
              <a:ext uri="{FF2B5EF4-FFF2-40B4-BE49-F238E27FC236}">
                <a16:creationId xmlns:a16="http://schemas.microsoft.com/office/drawing/2014/main" id="{1753C231-CE80-A348-C56E-C950B87F0396}"/>
              </a:ext>
            </a:extLst>
          </p:cNvPr>
          <p:cNvSpPr txBox="1"/>
          <p:nvPr/>
        </p:nvSpPr>
        <p:spPr>
          <a:xfrm>
            <a:off x="8253517" y="4337770"/>
            <a:ext cx="82669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800" dirty="0" err="1">
                <a:solidFill>
                  <a:schemeClr val="bg2"/>
                </a:solidFill>
              </a:rPr>
              <a:t>Api’s</a:t>
            </a:r>
            <a:endParaRPr lang="da-DK" sz="800" dirty="0">
              <a:solidFill>
                <a:schemeClr val="bg2"/>
              </a:solidFill>
            </a:endParaRPr>
          </a:p>
        </p:txBody>
      </p:sp>
      <p:sp>
        <p:nvSpPr>
          <p:cNvPr id="20" name="Tekstfelt 19">
            <a:extLst>
              <a:ext uri="{FF2B5EF4-FFF2-40B4-BE49-F238E27FC236}">
                <a16:creationId xmlns:a16="http://schemas.microsoft.com/office/drawing/2014/main" id="{697BD81D-676D-9043-5A12-1795C8D4ACB1}"/>
              </a:ext>
            </a:extLst>
          </p:cNvPr>
          <p:cNvSpPr txBox="1"/>
          <p:nvPr/>
        </p:nvSpPr>
        <p:spPr>
          <a:xfrm>
            <a:off x="8253517" y="4903637"/>
            <a:ext cx="82669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800" dirty="0">
                <a:solidFill>
                  <a:schemeClr val="bg2"/>
                </a:solidFill>
              </a:rPr>
              <a:t>pdf</a:t>
            </a:r>
          </a:p>
        </p:txBody>
      </p:sp>
      <p:sp>
        <p:nvSpPr>
          <p:cNvPr id="21" name="Tekstfelt 20">
            <a:extLst>
              <a:ext uri="{FF2B5EF4-FFF2-40B4-BE49-F238E27FC236}">
                <a16:creationId xmlns:a16="http://schemas.microsoft.com/office/drawing/2014/main" id="{61E02865-DC13-4E12-E9B7-4ECA29EE4D80}"/>
              </a:ext>
            </a:extLst>
          </p:cNvPr>
          <p:cNvSpPr txBox="1"/>
          <p:nvPr/>
        </p:nvSpPr>
        <p:spPr>
          <a:xfrm>
            <a:off x="9549402" y="4383937"/>
            <a:ext cx="6582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800" dirty="0">
                <a:solidFill>
                  <a:schemeClr val="bg2"/>
                </a:solidFill>
              </a:rPr>
              <a:t>Et sprog / datatype </a:t>
            </a:r>
          </a:p>
        </p:txBody>
      </p:sp>
      <p:sp>
        <p:nvSpPr>
          <p:cNvPr id="22" name="Tekstfelt 21">
            <a:extLst>
              <a:ext uri="{FF2B5EF4-FFF2-40B4-BE49-F238E27FC236}">
                <a16:creationId xmlns:a16="http://schemas.microsoft.com/office/drawing/2014/main" id="{B7AB15C0-FCFC-EDD5-F976-B85DEF0548C2}"/>
              </a:ext>
            </a:extLst>
          </p:cNvPr>
          <p:cNvSpPr txBox="1"/>
          <p:nvPr/>
        </p:nvSpPr>
        <p:spPr>
          <a:xfrm>
            <a:off x="10792575" y="4383937"/>
            <a:ext cx="6582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800" dirty="0">
                <a:solidFill>
                  <a:schemeClr val="bg2"/>
                </a:solidFill>
              </a:rPr>
              <a:t>Samlet Database</a:t>
            </a:r>
          </a:p>
        </p:txBody>
      </p:sp>
    </p:spTree>
    <p:extLst>
      <p:ext uri="{BB962C8B-B14F-4D97-AF65-F5344CB8AC3E}">
        <p14:creationId xmlns:p14="http://schemas.microsoft.com/office/powerpoint/2010/main" val="7376098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0A0F4-BD2D-E96A-7379-B437AAD10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A67D03-9F51-8B92-CD38-C3D9659E4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6" y="148852"/>
            <a:ext cx="11018520" cy="1434415"/>
          </a:xfrm>
        </p:spPr>
        <p:txBody>
          <a:bodyPr anchor="b">
            <a:normAutofit/>
          </a:bodyPr>
          <a:lstStyle/>
          <a:p>
            <a:r>
              <a:rPr lang="da-DK" sz="5400" b="1" dirty="0"/>
              <a:t>Refleksioner</a:t>
            </a:r>
            <a:r>
              <a:rPr lang="da-DK" sz="5400" b="1" dirty="0">
                <a:solidFill>
                  <a:schemeClr val="tx2"/>
                </a:solidFill>
              </a:rPr>
              <a:t> – Datamodenhed</a:t>
            </a:r>
            <a:endParaRPr lang="da-DK" sz="5400" b="1" dirty="0"/>
          </a:p>
        </p:txBody>
      </p:sp>
      <p:graphicFrame>
        <p:nvGraphicFramePr>
          <p:cNvPr id="5" name="Pladsholder til indhold 2">
            <a:extLst>
              <a:ext uri="{FF2B5EF4-FFF2-40B4-BE49-F238E27FC236}">
                <a16:creationId xmlns:a16="http://schemas.microsoft.com/office/drawing/2014/main" id="{9656E81D-8E43-9D92-170D-4BFE152E58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4721112"/>
              </p:ext>
            </p:extLst>
          </p:nvPr>
        </p:nvGraphicFramePr>
        <p:xfrm>
          <a:off x="572493" y="2071316"/>
          <a:ext cx="6713552" cy="45298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19761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3144</TotalTime>
  <Words>358</Words>
  <Application>Microsoft Office PowerPoint</Application>
  <PresentationFormat>Widescreen</PresentationFormat>
  <Paragraphs>77</Paragraphs>
  <Slides>12</Slides>
  <Notes>2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Office-tema</vt:lpstr>
      <vt:lpstr>Forudsigelse af tilskuertal ved Viborg FF`s hjemmekampe</vt:lpstr>
      <vt:lpstr>Agenda</vt:lpstr>
      <vt:lpstr>Hvad går opgaven ud på og vores problemstilling</vt:lpstr>
      <vt:lpstr>Paradigmevalg</vt:lpstr>
      <vt:lpstr>Analyse datamodenhed</vt:lpstr>
      <vt:lpstr>Evaluering</vt:lpstr>
      <vt:lpstr>Variabelbetydning</vt:lpstr>
      <vt:lpstr>Konklusion</vt:lpstr>
      <vt:lpstr>Forretningsmæssig anvendelse / Anbefaling</vt:lpstr>
      <vt:lpstr>Refleksioner ved modellering</vt:lpstr>
      <vt:lpstr>Refleksioner: Konkret anbefaling</vt:lpstr>
      <vt:lpstr>Refleksioner – Datamodenhed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Konrad Karwowski</dc:creator>
  <cp:lastModifiedBy>Konrad Karwowski</cp:lastModifiedBy>
  <cp:revision>5</cp:revision>
  <dcterms:created xsi:type="dcterms:W3CDTF">2026-01-10T13:56:43Z</dcterms:created>
  <dcterms:modified xsi:type="dcterms:W3CDTF">2026-01-18T23:52:18Z</dcterms:modified>
</cp:coreProperties>
</file>