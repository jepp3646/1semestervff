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2DD0C-2F1B-431C-9F12-DDE08E1E757C}" v="12" dt="2026-01-12T09:42:09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 autoAdjust="0"/>
    <p:restoredTop sz="94670"/>
  </p:normalViewPr>
  <p:slideViewPr>
    <p:cSldViewPr snapToGrid="0">
      <p:cViewPr varScale="1">
        <p:scale>
          <a:sx n="109" d="100"/>
          <a:sy n="109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3B3495-B8DD-4C01-A499-1C1CC877D01F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5B46284-DAB2-4493-83CC-336782E5101F}">
      <dgm:prSet/>
      <dgm:spPr/>
      <dgm:t>
        <a:bodyPr/>
        <a:lstStyle/>
        <a:p>
          <a:endParaRPr lang="en-US" dirty="0"/>
        </a:p>
      </dgm:t>
    </dgm:pt>
    <dgm:pt modelId="{1653D264-C229-4793-B342-09D783B85E75}" type="sibTrans" cxnId="{6C9F4C39-6DAA-45F7-A21A-0D5BABB72CC2}">
      <dgm:prSet/>
      <dgm:spPr/>
      <dgm:t>
        <a:bodyPr/>
        <a:lstStyle/>
        <a:p>
          <a:endParaRPr lang="en-US"/>
        </a:p>
      </dgm:t>
    </dgm:pt>
    <dgm:pt modelId="{19F73CA5-341A-478E-900F-8B05DE3C2521}" type="parTrans" cxnId="{6C9F4C39-6DAA-45F7-A21A-0D5BABB72CC2}">
      <dgm:prSet/>
      <dgm:spPr/>
      <dgm:t>
        <a:bodyPr/>
        <a:lstStyle/>
        <a:p>
          <a:endParaRPr lang="en-US"/>
        </a:p>
      </dgm:t>
    </dgm:pt>
    <dgm:pt modelId="{9CD11567-5C76-4F12-90FF-11C77B98BBB1}">
      <dgm:prSet/>
      <dgm:spPr/>
      <dgm:t>
        <a:bodyPr/>
        <a:lstStyle/>
        <a:p>
          <a:r>
            <a:rPr lang="da-DK" dirty="0"/>
            <a:t>Fejlen falder markant tættere </a:t>
          </a:r>
          <a:r>
            <a:rPr lang="da-DK"/>
            <a:t>på kampdagen</a:t>
          </a:r>
          <a:endParaRPr lang="en-US" dirty="0"/>
        </a:p>
      </dgm:t>
    </dgm:pt>
    <dgm:pt modelId="{DFD1A0D3-6DED-4C49-83B5-D5160005EAED}" type="sibTrans" cxnId="{D9F43D67-BF3D-4ED3-A0E2-369FE0A38969}">
      <dgm:prSet/>
      <dgm:spPr/>
      <dgm:t>
        <a:bodyPr/>
        <a:lstStyle/>
        <a:p>
          <a:endParaRPr lang="en-US"/>
        </a:p>
      </dgm:t>
    </dgm:pt>
    <dgm:pt modelId="{F4E7FCA6-4138-4D98-A22C-6E0F525B514F}" type="parTrans" cxnId="{D9F43D67-BF3D-4ED3-A0E2-369FE0A38969}">
      <dgm:prSet/>
      <dgm:spPr/>
      <dgm:t>
        <a:bodyPr/>
        <a:lstStyle/>
        <a:p>
          <a:endParaRPr lang="en-US"/>
        </a:p>
      </dgm:t>
    </dgm:pt>
    <dgm:pt modelId="{231FEFF7-5E90-491A-A123-C3A4351BDFDF}">
      <dgm:prSet/>
      <dgm:spPr/>
      <dgm:t>
        <a:bodyPr/>
        <a:lstStyle/>
        <a:p>
          <a:r>
            <a:rPr lang="en-US" dirty="0" err="1"/>
            <a:t>Regulariserede</a:t>
          </a:r>
          <a:r>
            <a:rPr lang="en-US" dirty="0"/>
            <a:t> modeler </a:t>
          </a:r>
          <a:r>
            <a:rPr lang="en-US" dirty="0" err="1"/>
            <a:t>performere</a:t>
          </a:r>
          <a:r>
            <a:rPr lang="en-US" dirty="0"/>
            <a:t> </a:t>
          </a:r>
          <a:r>
            <a:rPr lang="en-US" dirty="0" err="1"/>
            <a:t>bedst</a:t>
          </a:r>
          <a:endParaRPr lang="en-US" dirty="0"/>
        </a:p>
      </dgm:t>
    </dgm:pt>
    <dgm:pt modelId="{215CF8A1-87B9-4C69-A331-B236B77AA444}" type="parTrans" cxnId="{86CA6B63-63A0-4437-9B59-74F6ED60ED20}">
      <dgm:prSet/>
      <dgm:spPr/>
      <dgm:t>
        <a:bodyPr/>
        <a:lstStyle/>
        <a:p>
          <a:endParaRPr lang="da-DK"/>
        </a:p>
      </dgm:t>
    </dgm:pt>
    <dgm:pt modelId="{3F397353-FFCF-4B24-8D53-633AA6B0930F}" type="sibTrans" cxnId="{86CA6B63-63A0-4437-9B59-74F6ED60ED20}">
      <dgm:prSet/>
      <dgm:spPr/>
      <dgm:t>
        <a:bodyPr/>
        <a:lstStyle/>
        <a:p>
          <a:endParaRPr lang="da-DK"/>
        </a:p>
      </dgm:t>
    </dgm:pt>
    <dgm:pt modelId="{586D9F02-F572-4216-AB51-9D30612B4B40}" type="pres">
      <dgm:prSet presAssocID="{7E3B3495-B8DD-4C01-A499-1C1CC877D01F}" presName="vert0" presStyleCnt="0">
        <dgm:presLayoutVars>
          <dgm:dir/>
          <dgm:animOne val="branch"/>
          <dgm:animLvl val="lvl"/>
        </dgm:presLayoutVars>
      </dgm:prSet>
      <dgm:spPr/>
    </dgm:pt>
    <dgm:pt modelId="{51B379DA-1ECA-47E2-959D-E0592B60AA2C}" type="pres">
      <dgm:prSet presAssocID="{75B46284-DAB2-4493-83CC-336782E5101F}" presName="thickLine" presStyleLbl="alignNode1" presStyleIdx="0" presStyleCnt="1"/>
      <dgm:spPr/>
    </dgm:pt>
    <dgm:pt modelId="{DF5C2DD6-4202-4F6B-8AF5-6BB7120467B8}" type="pres">
      <dgm:prSet presAssocID="{75B46284-DAB2-4493-83CC-336782E5101F}" presName="horz1" presStyleCnt="0"/>
      <dgm:spPr/>
    </dgm:pt>
    <dgm:pt modelId="{C3C6EB16-12B0-4B01-9733-0D51AB09A63E}" type="pres">
      <dgm:prSet presAssocID="{75B46284-DAB2-4493-83CC-336782E5101F}" presName="tx1" presStyleLbl="revTx" presStyleIdx="0" presStyleCnt="3"/>
      <dgm:spPr/>
    </dgm:pt>
    <dgm:pt modelId="{B36FCFC6-E3C6-4E9B-B09D-C075921F4F4A}" type="pres">
      <dgm:prSet presAssocID="{75B46284-DAB2-4493-83CC-336782E5101F}" presName="vert1" presStyleCnt="0"/>
      <dgm:spPr/>
    </dgm:pt>
    <dgm:pt modelId="{82101F1D-6DB6-44E4-83EE-8EC0B424B108}" type="pres">
      <dgm:prSet presAssocID="{9CD11567-5C76-4F12-90FF-11C77B98BBB1}" presName="vertSpace2a" presStyleCnt="0"/>
      <dgm:spPr/>
    </dgm:pt>
    <dgm:pt modelId="{A3D73F49-B740-410B-8648-C69993F373CB}" type="pres">
      <dgm:prSet presAssocID="{9CD11567-5C76-4F12-90FF-11C77B98BBB1}" presName="horz2" presStyleCnt="0"/>
      <dgm:spPr/>
    </dgm:pt>
    <dgm:pt modelId="{05E51BA3-4F11-405B-8E36-DBE9C5A1D344}" type="pres">
      <dgm:prSet presAssocID="{9CD11567-5C76-4F12-90FF-11C77B98BBB1}" presName="horzSpace2" presStyleCnt="0"/>
      <dgm:spPr/>
    </dgm:pt>
    <dgm:pt modelId="{B3E90BEE-AE53-4DBB-AEF4-93C534D0AFDF}" type="pres">
      <dgm:prSet presAssocID="{9CD11567-5C76-4F12-90FF-11C77B98BBB1}" presName="tx2" presStyleLbl="revTx" presStyleIdx="1" presStyleCnt="3"/>
      <dgm:spPr/>
    </dgm:pt>
    <dgm:pt modelId="{F7D7B490-DC8A-46E1-B181-0C057EF1B444}" type="pres">
      <dgm:prSet presAssocID="{9CD11567-5C76-4F12-90FF-11C77B98BBB1}" presName="vert2" presStyleCnt="0"/>
      <dgm:spPr/>
    </dgm:pt>
    <dgm:pt modelId="{52541029-4538-465C-99DD-D1E07B48EC6F}" type="pres">
      <dgm:prSet presAssocID="{9CD11567-5C76-4F12-90FF-11C77B98BBB1}" presName="thinLine2b" presStyleLbl="callout" presStyleIdx="0" presStyleCnt="2"/>
      <dgm:spPr/>
    </dgm:pt>
    <dgm:pt modelId="{5D9D4873-AE4C-496D-92D9-C09C239C9184}" type="pres">
      <dgm:prSet presAssocID="{9CD11567-5C76-4F12-90FF-11C77B98BBB1}" presName="vertSpace2b" presStyleCnt="0"/>
      <dgm:spPr/>
    </dgm:pt>
    <dgm:pt modelId="{A89571E3-8F18-4ACE-AFE2-BD0934C118E7}" type="pres">
      <dgm:prSet presAssocID="{231FEFF7-5E90-491A-A123-C3A4351BDFDF}" presName="horz2" presStyleCnt="0"/>
      <dgm:spPr/>
    </dgm:pt>
    <dgm:pt modelId="{310F2F7D-7AE9-46DB-9059-099BD6857CF0}" type="pres">
      <dgm:prSet presAssocID="{231FEFF7-5E90-491A-A123-C3A4351BDFDF}" presName="horzSpace2" presStyleCnt="0"/>
      <dgm:spPr/>
    </dgm:pt>
    <dgm:pt modelId="{C0BDE2B7-97E8-4F50-BC87-251710E3DD10}" type="pres">
      <dgm:prSet presAssocID="{231FEFF7-5E90-491A-A123-C3A4351BDFDF}" presName="tx2" presStyleLbl="revTx" presStyleIdx="2" presStyleCnt="3"/>
      <dgm:spPr/>
    </dgm:pt>
    <dgm:pt modelId="{01C59191-90CB-4124-801F-0DDB6539D19D}" type="pres">
      <dgm:prSet presAssocID="{231FEFF7-5E90-491A-A123-C3A4351BDFDF}" presName="vert2" presStyleCnt="0"/>
      <dgm:spPr/>
    </dgm:pt>
    <dgm:pt modelId="{57D573DA-2402-4F29-AB2D-16FCECEBD656}" type="pres">
      <dgm:prSet presAssocID="{231FEFF7-5E90-491A-A123-C3A4351BDFDF}" presName="thinLine2b" presStyleLbl="callout" presStyleIdx="1" presStyleCnt="2"/>
      <dgm:spPr/>
    </dgm:pt>
    <dgm:pt modelId="{46BE8C95-1CD3-4685-8243-2B2BD0D51CDD}" type="pres">
      <dgm:prSet presAssocID="{231FEFF7-5E90-491A-A123-C3A4351BDFDF}" presName="vertSpace2b" presStyleCnt="0"/>
      <dgm:spPr/>
    </dgm:pt>
  </dgm:ptLst>
  <dgm:cxnLst>
    <dgm:cxn modelId="{61454B17-8025-4AA1-8662-7AFB438F382D}" type="presOf" srcId="{7E3B3495-B8DD-4C01-A499-1C1CC877D01F}" destId="{586D9F02-F572-4216-AB51-9D30612B4B40}" srcOrd="0" destOrd="0" presId="urn:microsoft.com/office/officeart/2008/layout/LinedList"/>
    <dgm:cxn modelId="{6C9F4C39-6DAA-45F7-A21A-0D5BABB72CC2}" srcId="{7E3B3495-B8DD-4C01-A499-1C1CC877D01F}" destId="{75B46284-DAB2-4493-83CC-336782E5101F}" srcOrd="0" destOrd="0" parTransId="{19F73CA5-341A-478E-900F-8B05DE3C2521}" sibTransId="{1653D264-C229-4793-B342-09D783B85E75}"/>
    <dgm:cxn modelId="{1E54A53D-8571-41B3-8F5E-463916BE4116}" type="presOf" srcId="{9CD11567-5C76-4F12-90FF-11C77B98BBB1}" destId="{B3E90BEE-AE53-4DBB-AEF4-93C534D0AFDF}" srcOrd="0" destOrd="0" presId="urn:microsoft.com/office/officeart/2008/layout/LinedList"/>
    <dgm:cxn modelId="{86CA6B63-63A0-4437-9B59-74F6ED60ED20}" srcId="{75B46284-DAB2-4493-83CC-336782E5101F}" destId="{231FEFF7-5E90-491A-A123-C3A4351BDFDF}" srcOrd="1" destOrd="0" parTransId="{215CF8A1-87B9-4C69-A331-B236B77AA444}" sibTransId="{3F397353-FFCF-4B24-8D53-633AA6B0930F}"/>
    <dgm:cxn modelId="{D9F43D67-BF3D-4ED3-A0E2-369FE0A38969}" srcId="{75B46284-DAB2-4493-83CC-336782E5101F}" destId="{9CD11567-5C76-4F12-90FF-11C77B98BBB1}" srcOrd="0" destOrd="0" parTransId="{F4E7FCA6-4138-4D98-A22C-6E0F525B514F}" sibTransId="{DFD1A0D3-6DED-4C49-83B5-D5160005EAED}"/>
    <dgm:cxn modelId="{D6971ADF-DF2C-44D4-AB63-E31F5350F05E}" type="presOf" srcId="{75B46284-DAB2-4493-83CC-336782E5101F}" destId="{C3C6EB16-12B0-4B01-9733-0D51AB09A63E}" srcOrd="0" destOrd="0" presId="urn:microsoft.com/office/officeart/2008/layout/LinedList"/>
    <dgm:cxn modelId="{29E0CAE5-AC4C-4DDA-B773-3560E4D9AD25}" type="presOf" srcId="{231FEFF7-5E90-491A-A123-C3A4351BDFDF}" destId="{C0BDE2B7-97E8-4F50-BC87-251710E3DD10}" srcOrd="0" destOrd="0" presId="urn:microsoft.com/office/officeart/2008/layout/LinedList"/>
    <dgm:cxn modelId="{A32FB783-8E8F-4B16-A314-9950BB592361}" type="presParOf" srcId="{586D9F02-F572-4216-AB51-9D30612B4B40}" destId="{51B379DA-1ECA-47E2-959D-E0592B60AA2C}" srcOrd="0" destOrd="0" presId="urn:microsoft.com/office/officeart/2008/layout/LinedList"/>
    <dgm:cxn modelId="{9ACBE16F-3DF8-4CED-8473-F18C3D562C48}" type="presParOf" srcId="{586D9F02-F572-4216-AB51-9D30612B4B40}" destId="{DF5C2DD6-4202-4F6B-8AF5-6BB7120467B8}" srcOrd="1" destOrd="0" presId="urn:microsoft.com/office/officeart/2008/layout/LinedList"/>
    <dgm:cxn modelId="{9CC8A33D-B9EB-455C-AAAD-C807C7CFCA77}" type="presParOf" srcId="{DF5C2DD6-4202-4F6B-8AF5-6BB7120467B8}" destId="{C3C6EB16-12B0-4B01-9733-0D51AB09A63E}" srcOrd="0" destOrd="0" presId="urn:microsoft.com/office/officeart/2008/layout/LinedList"/>
    <dgm:cxn modelId="{45EF6219-67AF-4FB0-BCE5-7FF1384970C9}" type="presParOf" srcId="{DF5C2DD6-4202-4F6B-8AF5-6BB7120467B8}" destId="{B36FCFC6-E3C6-4E9B-B09D-C075921F4F4A}" srcOrd="1" destOrd="0" presId="urn:microsoft.com/office/officeart/2008/layout/LinedList"/>
    <dgm:cxn modelId="{3A4EF99F-E3DB-40B9-9F93-4C41C8D571DC}" type="presParOf" srcId="{B36FCFC6-E3C6-4E9B-B09D-C075921F4F4A}" destId="{82101F1D-6DB6-44E4-83EE-8EC0B424B108}" srcOrd="0" destOrd="0" presId="urn:microsoft.com/office/officeart/2008/layout/LinedList"/>
    <dgm:cxn modelId="{6A12DB7C-F6C3-4FFE-ADEF-418AC963A529}" type="presParOf" srcId="{B36FCFC6-E3C6-4E9B-B09D-C075921F4F4A}" destId="{A3D73F49-B740-410B-8648-C69993F373CB}" srcOrd="1" destOrd="0" presId="urn:microsoft.com/office/officeart/2008/layout/LinedList"/>
    <dgm:cxn modelId="{FF1BA9F9-2145-4021-A374-209AAB556029}" type="presParOf" srcId="{A3D73F49-B740-410B-8648-C69993F373CB}" destId="{05E51BA3-4F11-405B-8E36-DBE9C5A1D344}" srcOrd="0" destOrd="0" presId="urn:microsoft.com/office/officeart/2008/layout/LinedList"/>
    <dgm:cxn modelId="{EB40E4BD-87C3-4E68-A47E-6BC7379D3EA7}" type="presParOf" srcId="{A3D73F49-B740-410B-8648-C69993F373CB}" destId="{B3E90BEE-AE53-4DBB-AEF4-93C534D0AFDF}" srcOrd="1" destOrd="0" presId="urn:microsoft.com/office/officeart/2008/layout/LinedList"/>
    <dgm:cxn modelId="{BEA4F7D2-9AF9-422F-AD58-1EA5B9F6FB0E}" type="presParOf" srcId="{A3D73F49-B740-410B-8648-C69993F373CB}" destId="{F7D7B490-DC8A-46E1-B181-0C057EF1B444}" srcOrd="2" destOrd="0" presId="urn:microsoft.com/office/officeart/2008/layout/LinedList"/>
    <dgm:cxn modelId="{7ABE852A-B955-4211-9218-8E8906EB65FB}" type="presParOf" srcId="{B36FCFC6-E3C6-4E9B-B09D-C075921F4F4A}" destId="{52541029-4538-465C-99DD-D1E07B48EC6F}" srcOrd="2" destOrd="0" presId="urn:microsoft.com/office/officeart/2008/layout/LinedList"/>
    <dgm:cxn modelId="{7B1F8892-657B-40BC-ADDB-5BDE8852390F}" type="presParOf" srcId="{B36FCFC6-E3C6-4E9B-B09D-C075921F4F4A}" destId="{5D9D4873-AE4C-496D-92D9-C09C239C9184}" srcOrd="3" destOrd="0" presId="urn:microsoft.com/office/officeart/2008/layout/LinedList"/>
    <dgm:cxn modelId="{C00D8DFF-D96E-4B31-A5FB-8755B1B08FB1}" type="presParOf" srcId="{B36FCFC6-E3C6-4E9B-B09D-C075921F4F4A}" destId="{A89571E3-8F18-4ACE-AFE2-BD0934C118E7}" srcOrd="4" destOrd="0" presId="urn:microsoft.com/office/officeart/2008/layout/LinedList"/>
    <dgm:cxn modelId="{B92A3D45-3D74-4D65-8467-3B70F90A3DD6}" type="presParOf" srcId="{A89571E3-8F18-4ACE-AFE2-BD0934C118E7}" destId="{310F2F7D-7AE9-46DB-9059-099BD6857CF0}" srcOrd="0" destOrd="0" presId="urn:microsoft.com/office/officeart/2008/layout/LinedList"/>
    <dgm:cxn modelId="{CAE245C8-E048-4D6D-A40E-31A12D9953CE}" type="presParOf" srcId="{A89571E3-8F18-4ACE-AFE2-BD0934C118E7}" destId="{C0BDE2B7-97E8-4F50-BC87-251710E3DD10}" srcOrd="1" destOrd="0" presId="urn:microsoft.com/office/officeart/2008/layout/LinedList"/>
    <dgm:cxn modelId="{AFCC5395-8EE8-41DA-BE23-51C4A87F4797}" type="presParOf" srcId="{A89571E3-8F18-4ACE-AFE2-BD0934C118E7}" destId="{01C59191-90CB-4124-801F-0DDB6539D19D}" srcOrd="2" destOrd="0" presId="urn:microsoft.com/office/officeart/2008/layout/LinedList"/>
    <dgm:cxn modelId="{9920AFEE-E789-495D-AC83-8B32545E423D}" type="presParOf" srcId="{B36FCFC6-E3C6-4E9B-B09D-C075921F4F4A}" destId="{57D573DA-2402-4F29-AB2D-16FCECEBD656}" srcOrd="5" destOrd="0" presId="urn:microsoft.com/office/officeart/2008/layout/LinedList"/>
    <dgm:cxn modelId="{9B43F658-33CF-4308-8ED6-02787676D87D}" type="presParOf" srcId="{B36FCFC6-E3C6-4E9B-B09D-C075921F4F4A}" destId="{46BE8C95-1CD3-4685-8243-2B2BD0D51CDD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2F97B2-50D1-4640-BFF0-232DB28FE59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9B789AD-8438-4C75-87B0-D72D3C0D8DE2}">
      <dgm:prSet/>
      <dgm:spPr/>
      <dgm:t>
        <a:bodyPr/>
        <a:lstStyle/>
        <a:p>
          <a:r>
            <a:rPr lang="da-DK"/>
            <a:t>Lav RMSE på tværs af tidshorisonter</a:t>
          </a:r>
          <a:endParaRPr lang="en-US"/>
        </a:p>
      </dgm:t>
    </dgm:pt>
    <dgm:pt modelId="{9FC86D05-9474-42CE-B18F-712FD1D82454}" type="parTrans" cxnId="{92FD5C48-7594-44F0-B5FE-453E302C7749}">
      <dgm:prSet/>
      <dgm:spPr/>
      <dgm:t>
        <a:bodyPr/>
        <a:lstStyle/>
        <a:p>
          <a:endParaRPr lang="en-US"/>
        </a:p>
      </dgm:t>
    </dgm:pt>
    <dgm:pt modelId="{FED513CD-522F-41EF-A213-751D53A3E406}" type="sibTrans" cxnId="{92FD5C48-7594-44F0-B5FE-453E302C7749}">
      <dgm:prSet/>
      <dgm:spPr/>
      <dgm:t>
        <a:bodyPr/>
        <a:lstStyle/>
        <a:p>
          <a:endParaRPr lang="en-US"/>
        </a:p>
      </dgm:t>
    </dgm:pt>
    <dgm:pt modelId="{BFD2EAAE-3892-4D13-9225-C0DC4FA2F5D9}">
      <dgm:prSet/>
      <dgm:spPr/>
      <dgm:t>
        <a:bodyPr/>
        <a:lstStyle/>
        <a:p>
          <a:r>
            <a:rPr lang="da-DK"/>
            <a:t>Automatisk variabeludvælgelse</a:t>
          </a:r>
          <a:endParaRPr lang="en-US"/>
        </a:p>
      </dgm:t>
    </dgm:pt>
    <dgm:pt modelId="{08DDF832-EC4E-4A22-884A-6E7C37AFAE75}" type="parTrans" cxnId="{21A6F89A-1FB6-4F02-8BF4-C4B44DD920EC}">
      <dgm:prSet/>
      <dgm:spPr/>
      <dgm:t>
        <a:bodyPr/>
        <a:lstStyle/>
        <a:p>
          <a:endParaRPr lang="en-US"/>
        </a:p>
      </dgm:t>
    </dgm:pt>
    <dgm:pt modelId="{1BA450EA-05FD-4093-8F59-5716F9C56943}" type="sibTrans" cxnId="{21A6F89A-1FB6-4F02-8BF4-C4B44DD920EC}">
      <dgm:prSet/>
      <dgm:spPr/>
      <dgm:t>
        <a:bodyPr/>
        <a:lstStyle/>
        <a:p>
          <a:endParaRPr lang="en-US"/>
        </a:p>
      </dgm:t>
    </dgm:pt>
    <dgm:pt modelId="{2ABAA8DB-878D-42DC-AE4B-FCD53AE25837}">
      <dgm:prSet/>
      <dgm:spPr/>
      <dgm:t>
        <a:bodyPr/>
        <a:lstStyle/>
        <a:p>
          <a:r>
            <a:rPr lang="da-DK"/>
            <a:t>Reducerer risiko for overfitting</a:t>
          </a:r>
          <a:endParaRPr lang="en-US"/>
        </a:p>
      </dgm:t>
    </dgm:pt>
    <dgm:pt modelId="{99B57085-8772-4615-B279-37303E4B74DA}" type="parTrans" cxnId="{368881F0-86D3-48D4-B49B-6047461DD610}">
      <dgm:prSet/>
      <dgm:spPr/>
      <dgm:t>
        <a:bodyPr/>
        <a:lstStyle/>
        <a:p>
          <a:endParaRPr lang="en-US"/>
        </a:p>
      </dgm:t>
    </dgm:pt>
    <dgm:pt modelId="{BA5425A5-25C2-4103-A4AE-384146A9AC4C}" type="sibTrans" cxnId="{368881F0-86D3-48D4-B49B-6047461DD610}">
      <dgm:prSet/>
      <dgm:spPr/>
      <dgm:t>
        <a:bodyPr/>
        <a:lstStyle/>
        <a:p>
          <a:endParaRPr lang="en-US"/>
        </a:p>
      </dgm:t>
    </dgm:pt>
    <dgm:pt modelId="{DD0B77B7-84D0-4060-8819-C101BFD0B0A1}" type="pres">
      <dgm:prSet presAssocID="{3D2F97B2-50D1-4640-BFF0-232DB28FE599}" presName="vert0" presStyleCnt="0">
        <dgm:presLayoutVars>
          <dgm:dir/>
          <dgm:animOne val="branch"/>
          <dgm:animLvl val="lvl"/>
        </dgm:presLayoutVars>
      </dgm:prSet>
      <dgm:spPr/>
    </dgm:pt>
    <dgm:pt modelId="{208A1231-2B52-424E-84CF-9D5ECC232E26}" type="pres">
      <dgm:prSet presAssocID="{49B789AD-8438-4C75-87B0-D72D3C0D8DE2}" presName="thickLine" presStyleLbl="alignNode1" presStyleIdx="0" presStyleCnt="3"/>
      <dgm:spPr/>
    </dgm:pt>
    <dgm:pt modelId="{944A8AA9-3F9E-4C16-8BD6-23604426C9BD}" type="pres">
      <dgm:prSet presAssocID="{49B789AD-8438-4C75-87B0-D72D3C0D8DE2}" presName="horz1" presStyleCnt="0"/>
      <dgm:spPr/>
    </dgm:pt>
    <dgm:pt modelId="{15017881-1D54-494B-935A-CDA68E94289C}" type="pres">
      <dgm:prSet presAssocID="{49B789AD-8438-4C75-87B0-D72D3C0D8DE2}" presName="tx1" presStyleLbl="revTx" presStyleIdx="0" presStyleCnt="3"/>
      <dgm:spPr/>
    </dgm:pt>
    <dgm:pt modelId="{68BD8C40-CCA2-4557-BCEE-EE84F5446657}" type="pres">
      <dgm:prSet presAssocID="{49B789AD-8438-4C75-87B0-D72D3C0D8DE2}" presName="vert1" presStyleCnt="0"/>
      <dgm:spPr/>
    </dgm:pt>
    <dgm:pt modelId="{595695E6-02E3-4097-8CF7-12F26A35DD4E}" type="pres">
      <dgm:prSet presAssocID="{BFD2EAAE-3892-4D13-9225-C0DC4FA2F5D9}" presName="thickLine" presStyleLbl="alignNode1" presStyleIdx="1" presStyleCnt="3"/>
      <dgm:spPr/>
    </dgm:pt>
    <dgm:pt modelId="{538D7891-A010-44DD-A807-FE5F7A5DFEDB}" type="pres">
      <dgm:prSet presAssocID="{BFD2EAAE-3892-4D13-9225-C0DC4FA2F5D9}" presName="horz1" presStyleCnt="0"/>
      <dgm:spPr/>
    </dgm:pt>
    <dgm:pt modelId="{48EAB3A4-CD3E-4CEA-8582-6F21A7855126}" type="pres">
      <dgm:prSet presAssocID="{BFD2EAAE-3892-4D13-9225-C0DC4FA2F5D9}" presName="tx1" presStyleLbl="revTx" presStyleIdx="1" presStyleCnt="3"/>
      <dgm:spPr/>
    </dgm:pt>
    <dgm:pt modelId="{32B496EB-32FB-4493-8B70-2F089D706111}" type="pres">
      <dgm:prSet presAssocID="{BFD2EAAE-3892-4D13-9225-C0DC4FA2F5D9}" presName="vert1" presStyleCnt="0"/>
      <dgm:spPr/>
    </dgm:pt>
    <dgm:pt modelId="{9590E3CE-7678-4487-BDCD-8125A36A2060}" type="pres">
      <dgm:prSet presAssocID="{2ABAA8DB-878D-42DC-AE4B-FCD53AE25837}" presName="thickLine" presStyleLbl="alignNode1" presStyleIdx="2" presStyleCnt="3"/>
      <dgm:spPr/>
    </dgm:pt>
    <dgm:pt modelId="{98528E69-1DB7-4398-955E-78B6B4F63C4E}" type="pres">
      <dgm:prSet presAssocID="{2ABAA8DB-878D-42DC-AE4B-FCD53AE25837}" presName="horz1" presStyleCnt="0"/>
      <dgm:spPr/>
    </dgm:pt>
    <dgm:pt modelId="{595D4193-633D-476B-99E5-5C5EFA3E5253}" type="pres">
      <dgm:prSet presAssocID="{2ABAA8DB-878D-42DC-AE4B-FCD53AE25837}" presName="tx1" presStyleLbl="revTx" presStyleIdx="2" presStyleCnt="3"/>
      <dgm:spPr/>
    </dgm:pt>
    <dgm:pt modelId="{8D7EEF79-C3BB-49ED-831C-29DC59F87382}" type="pres">
      <dgm:prSet presAssocID="{2ABAA8DB-878D-42DC-AE4B-FCD53AE25837}" presName="vert1" presStyleCnt="0"/>
      <dgm:spPr/>
    </dgm:pt>
  </dgm:ptLst>
  <dgm:cxnLst>
    <dgm:cxn modelId="{92FD5C48-7594-44F0-B5FE-453E302C7749}" srcId="{3D2F97B2-50D1-4640-BFF0-232DB28FE599}" destId="{49B789AD-8438-4C75-87B0-D72D3C0D8DE2}" srcOrd="0" destOrd="0" parTransId="{9FC86D05-9474-42CE-B18F-712FD1D82454}" sibTransId="{FED513CD-522F-41EF-A213-751D53A3E406}"/>
    <dgm:cxn modelId="{99905D5A-13D2-40A0-B75A-2E7B10E7578F}" type="presOf" srcId="{BFD2EAAE-3892-4D13-9225-C0DC4FA2F5D9}" destId="{48EAB3A4-CD3E-4CEA-8582-6F21A7855126}" srcOrd="0" destOrd="0" presId="urn:microsoft.com/office/officeart/2008/layout/LinedList"/>
    <dgm:cxn modelId="{C9CB8B5B-A39C-4891-A7BD-C80B0C22B3A9}" type="presOf" srcId="{3D2F97B2-50D1-4640-BFF0-232DB28FE599}" destId="{DD0B77B7-84D0-4060-8819-C101BFD0B0A1}" srcOrd="0" destOrd="0" presId="urn:microsoft.com/office/officeart/2008/layout/LinedList"/>
    <dgm:cxn modelId="{F91E4177-A076-4CBD-B84F-A9E7B70D0378}" type="presOf" srcId="{2ABAA8DB-878D-42DC-AE4B-FCD53AE25837}" destId="{595D4193-633D-476B-99E5-5C5EFA3E5253}" srcOrd="0" destOrd="0" presId="urn:microsoft.com/office/officeart/2008/layout/LinedList"/>
    <dgm:cxn modelId="{A4DCD779-8BF0-43A0-8281-683A75409168}" type="presOf" srcId="{49B789AD-8438-4C75-87B0-D72D3C0D8DE2}" destId="{15017881-1D54-494B-935A-CDA68E94289C}" srcOrd="0" destOrd="0" presId="urn:microsoft.com/office/officeart/2008/layout/LinedList"/>
    <dgm:cxn modelId="{21A6F89A-1FB6-4F02-8BF4-C4B44DD920EC}" srcId="{3D2F97B2-50D1-4640-BFF0-232DB28FE599}" destId="{BFD2EAAE-3892-4D13-9225-C0DC4FA2F5D9}" srcOrd="1" destOrd="0" parTransId="{08DDF832-EC4E-4A22-884A-6E7C37AFAE75}" sibTransId="{1BA450EA-05FD-4093-8F59-5716F9C56943}"/>
    <dgm:cxn modelId="{368881F0-86D3-48D4-B49B-6047461DD610}" srcId="{3D2F97B2-50D1-4640-BFF0-232DB28FE599}" destId="{2ABAA8DB-878D-42DC-AE4B-FCD53AE25837}" srcOrd="2" destOrd="0" parTransId="{99B57085-8772-4615-B279-37303E4B74DA}" sibTransId="{BA5425A5-25C2-4103-A4AE-384146A9AC4C}"/>
    <dgm:cxn modelId="{8C5C0901-0D4B-44D7-ABBC-61709E35E761}" type="presParOf" srcId="{DD0B77B7-84D0-4060-8819-C101BFD0B0A1}" destId="{208A1231-2B52-424E-84CF-9D5ECC232E26}" srcOrd="0" destOrd="0" presId="urn:microsoft.com/office/officeart/2008/layout/LinedList"/>
    <dgm:cxn modelId="{300E13E3-6D9F-42FE-A01D-ED6D17737E1C}" type="presParOf" srcId="{DD0B77B7-84D0-4060-8819-C101BFD0B0A1}" destId="{944A8AA9-3F9E-4C16-8BD6-23604426C9BD}" srcOrd="1" destOrd="0" presId="urn:microsoft.com/office/officeart/2008/layout/LinedList"/>
    <dgm:cxn modelId="{5646F97B-444C-4A98-9500-27D4024A1790}" type="presParOf" srcId="{944A8AA9-3F9E-4C16-8BD6-23604426C9BD}" destId="{15017881-1D54-494B-935A-CDA68E94289C}" srcOrd="0" destOrd="0" presId="urn:microsoft.com/office/officeart/2008/layout/LinedList"/>
    <dgm:cxn modelId="{F3870E89-0E95-45AC-8290-F88DC83C15D3}" type="presParOf" srcId="{944A8AA9-3F9E-4C16-8BD6-23604426C9BD}" destId="{68BD8C40-CCA2-4557-BCEE-EE84F5446657}" srcOrd="1" destOrd="0" presId="urn:microsoft.com/office/officeart/2008/layout/LinedList"/>
    <dgm:cxn modelId="{235BD7A6-A777-447E-8C2F-FF210C676AD2}" type="presParOf" srcId="{DD0B77B7-84D0-4060-8819-C101BFD0B0A1}" destId="{595695E6-02E3-4097-8CF7-12F26A35DD4E}" srcOrd="2" destOrd="0" presId="urn:microsoft.com/office/officeart/2008/layout/LinedList"/>
    <dgm:cxn modelId="{B4B4F365-5003-4332-929F-3564198AAE9B}" type="presParOf" srcId="{DD0B77B7-84D0-4060-8819-C101BFD0B0A1}" destId="{538D7891-A010-44DD-A807-FE5F7A5DFEDB}" srcOrd="3" destOrd="0" presId="urn:microsoft.com/office/officeart/2008/layout/LinedList"/>
    <dgm:cxn modelId="{521F4C21-0643-4B99-98FA-A9ADF89197AF}" type="presParOf" srcId="{538D7891-A010-44DD-A807-FE5F7A5DFEDB}" destId="{48EAB3A4-CD3E-4CEA-8582-6F21A7855126}" srcOrd="0" destOrd="0" presId="urn:microsoft.com/office/officeart/2008/layout/LinedList"/>
    <dgm:cxn modelId="{E7D02866-4EE9-4D47-AF46-BD2B83604A2C}" type="presParOf" srcId="{538D7891-A010-44DD-A807-FE5F7A5DFEDB}" destId="{32B496EB-32FB-4493-8B70-2F089D706111}" srcOrd="1" destOrd="0" presId="urn:microsoft.com/office/officeart/2008/layout/LinedList"/>
    <dgm:cxn modelId="{A8772066-DC88-4D5C-88F7-7AE8C20B5421}" type="presParOf" srcId="{DD0B77B7-84D0-4060-8819-C101BFD0B0A1}" destId="{9590E3CE-7678-4487-BDCD-8125A36A2060}" srcOrd="4" destOrd="0" presId="urn:microsoft.com/office/officeart/2008/layout/LinedList"/>
    <dgm:cxn modelId="{52705F8E-1C4C-42BD-A7F9-6FDB5941CC41}" type="presParOf" srcId="{DD0B77B7-84D0-4060-8819-C101BFD0B0A1}" destId="{98528E69-1DB7-4398-955E-78B6B4F63C4E}" srcOrd="5" destOrd="0" presId="urn:microsoft.com/office/officeart/2008/layout/LinedList"/>
    <dgm:cxn modelId="{BBD7F25E-23EA-477D-8441-C9EC5975B8F5}" type="presParOf" srcId="{98528E69-1DB7-4398-955E-78B6B4F63C4E}" destId="{595D4193-633D-476B-99E5-5C5EFA3E5253}" srcOrd="0" destOrd="0" presId="urn:microsoft.com/office/officeart/2008/layout/LinedList"/>
    <dgm:cxn modelId="{9DDABF78-531D-4B2A-AB6B-8724F233C96D}" type="presParOf" srcId="{98528E69-1DB7-4398-955E-78B6B4F63C4E}" destId="{8D7EEF79-C3BB-49ED-831C-29DC59F873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A2A83A-7B84-4576-B88C-87C56BD2B2B7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E27F7C8-393A-4666-9ADA-7F3C25A69F62}">
      <dgm:prSet/>
      <dgm:spPr/>
      <dgm:t>
        <a:bodyPr/>
        <a:lstStyle/>
        <a:p>
          <a:r>
            <a:rPr lang="da-DK"/>
            <a:t>Solgte biletter 3,7,10 dage før kamp</a:t>
          </a:r>
          <a:endParaRPr lang="en-US"/>
        </a:p>
      </dgm:t>
    </dgm:pt>
    <dgm:pt modelId="{3D995B13-3CC2-4B06-A975-3CA083907B97}" type="parTrans" cxnId="{1F3C1AC5-3BA4-4A06-BF6C-1BB3D622DEC5}">
      <dgm:prSet/>
      <dgm:spPr/>
      <dgm:t>
        <a:bodyPr/>
        <a:lstStyle/>
        <a:p>
          <a:endParaRPr lang="en-US"/>
        </a:p>
      </dgm:t>
    </dgm:pt>
    <dgm:pt modelId="{1251340F-CC3F-497F-AD47-1AB640640832}" type="sibTrans" cxnId="{1F3C1AC5-3BA4-4A06-BF6C-1BB3D622DEC5}">
      <dgm:prSet/>
      <dgm:spPr/>
      <dgm:t>
        <a:bodyPr/>
        <a:lstStyle/>
        <a:p>
          <a:endParaRPr lang="en-US"/>
        </a:p>
      </dgm:t>
    </dgm:pt>
    <dgm:pt modelId="{C6EA1412-216B-4F20-A4CD-127C8C86D27A}">
      <dgm:prSet/>
      <dgm:spPr/>
      <dgm:t>
        <a:bodyPr/>
        <a:lstStyle/>
        <a:p>
          <a:r>
            <a:rPr lang="da-DK"/>
            <a:t>Kampkategori og modstander</a:t>
          </a:r>
          <a:endParaRPr lang="en-US"/>
        </a:p>
      </dgm:t>
    </dgm:pt>
    <dgm:pt modelId="{4F72A818-0A13-4272-9F43-09D4F7C26E54}" type="parTrans" cxnId="{895835C2-E1C5-4BAB-AD2C-697BB38423A7}">
      <dgm:prSet/>
      <dgm:spPr/>
      <dgm:t>
        <a:bodyPr/>
        <a:lstStyle/>
        <a:p>
          <a:endParaRPr lang="en-US"/>
        </a:p>
      </dgm:t>
    </dgm:pt>
    <dgm:pt modelId="{07E7BF15-B92E-4F95-865D-380ACBB801E7}" type="sibTrans" cxnId="{895835C2-E1C5-4BAB-AD2C-697BB38423A7}">
      <dgm:prSet/>
      <dgm:spPr/>
      <dgm:t>
        <a:bodyPr/>
        <a:lstStyle/>
        <a:p>
          <a:endParaRPr lang="en-US"/>
        </a:p>
      </dgm:t>
    </dgm:pt>
    <dgm:pt modelId="{BAE425F6-E946-4E4B-80A7-339E382C0D8F}">
      <dgm:prSet/>
      <dgm:spPr/>
      <dgm:t>
        <a:bodyPr/>
        <a:lstStyle/>
        <a:p>
          <a:r>
            <a:rPr lang="da-DK"/>
            <a:t>Vejr har begrænset betydning i denne kontekst</a:t>
          </a:r>
          <a:endParaRPr lang="en-US"/>
        </a:p>
      </dgm:t>
    </dgm:pt>
    <dgm:pt modelId="{433C8915-2B72-4247-BACC-93C1BFE83D28}" type="parTrans" cxnId="{28421AD3-6B63-456C-9D0D-031837168795}">
      <dgm:prSet/>
      <dgm:spPr/>
      <dgm:t>
        <a:bodyPr/>
        <a:lstStyle/>
        <a:p>
          <a:endParaRPr lang="en-US"/>
        </a:p>
      </dgm:t>
    </dgm:pt>
    <dgm:pt modelId="{3A1B668B-EFDD-4B90-A319-031FE4D8CF4E}" type="sibTrans" cxnId="{28421AD3-6B63-456C-9D0D-031837168795}">
      <dgm:prSet/>
      <dgm:spPr/>
      <dgm:t>
        <a:bodyPr/>
        <a:lstStyle/>
        <a:p>
          <a:endParaRPr lang="en-US"/>
        </a:p>
      </dgm:t>
    </dgm:pt>
    <dgm:pt modelId="{F9CB55DB-104B-4B4B-AADF-2592807264EB}" type="pres">
      <dgm:prSet presAssocID="{9BA2A83A-7B84-4576-B88C-87C56BD2B2B7}" presName="vert0" presStyleCnt="0">
        <dgm:presLayoutVars>
          <dgm:dir/>
          <dgm:animOne val="branch"/>
          <dgm:animLvl val="lvl"/>
        </dgm:presLayoutVars>
      </dgm:prSet>
      <dgm:spPr/>
    </dgm:pt>
    <dgm:pt modelId="{07AEF59B-9978-4205-A34D-124226F8ADDC}" type="pres">
      <dgm:prSet presAssocID="{1E27F7C8-393A-4666-9ADA-7F3C25A69F62}" presName="thickLine" presStyleLbl="alignNode1" presStyleIdx="0" presStyleCnt="3"/>
      <dgm:spPr/>
    </dgm:pt>
    <dgm:pt modelId="{68A6024F-627B-44F9-88F0-2EA1F6D14EC3}" type="pres">
      <dgm:prSet presAssocID="{1E27F7C8-393A-4666-9ADA-7F3C25A69F62}" presName="horz1" presStyleCnt="0"/>
      <dgm:spPr/>
    </dgm:pt>
    <dgm:pt modelId="{A32B10A7-F1D6-4B07-A384-2CE69C07C814}" type="pres">
      <dgm:prSet presAssocID="{1E27F7C8-393A-4666-9ADA-7F3C25A69F62}" presName="tx1" presStyleLbl="revTx" presStyleIdx="0" presStyleCnt="3"/>
      <dgm:spPr/>
    </dgm:pt>
    <dgm:pt modelId="{773F4B39-87C8-4CBD-BCD1-38F014CF8262}" type="pres">
      <dgm:prSet presAssocID="{1E27F7C8-393A-4666-9ADA-7F3C25A69F62}" presName="vert1" presStyleCnt="0"/>
      <dgm:spPr/>
    </dgm:pt>
    <dgm:pt modelId="{FB6E1C0E-9E19-4AFD-8D5C-07CD3FE26516}" type="pres">
      <dgm:prSet presAssocID="{C6EA1412-216B-4F20-A4CD-127C8C86D27A}" presName="thickLine" presStyleLbl="alignNode1" presStyleIdx="1" presStyleCnt="3"/>
      <dgm:spPr/>
    </dgm:pt>
    <dgm:pt modelId="{576FD4AE-52A0-4A98-904C-2DA8EF8BBA40}" type="pres">
      <dgm:prSet presAssocID="{C6EA1412-216B-4F20-A4CD-127C8C86D27A}" presName="horz1" presStyleCnt="0"/>
      <dgm:spPr/>
    </dgm:pt>
    <dgm:pt modelId="{30559797-CDEB-41F8-8B6D-6605A28F4106}" type="pres">
      <dgm:prSet presAssocID="{C6EA1412-216B-4F20-A4CD-127C8C86D27A}" presName="tx1" presStyleLbl="revTx" presStyleIdx="1" presStyleCnt="3"/>
      <dgm:spPr/>
    </dgm:pt>
    <dgm:pt modelId="{40AE0F00-ED25-4315-8DE3-16157C98AB6F}" type="pres">
      <dgm:prSet presAssocID="{C6EA1412-216B-4F20-A4CD-127C8C86D27A}" presName="vert1" presStyleCnt="0"/>
      <dgm:spPr/>
    </dgm:pt>
    <dgm:pt modelId="{AFD54008-ECA4-4C69-A8F8-70DEE30E99BD}" type="pres">
      <dgm:prSet presAssocID="{BAE425F6-E946-4E4B-80A7-339E382C0D8F}" presName="thickLine" presStyleLbl="alignNode1" presStyleIdx="2" presStyleCnt="3"/>
      <dgm:spPr/>
    </dgm:pt>
    <dgm:pt modelId="{9997949D-081C-4861-A2BD-1450734CE688}" type="pres">
      <dgm:prSet presAssocID="{BAE425F6-E946-4E4B-80A7-339E382C0D8F}" presName="horz1" presStyleCnt="0"/>
      <dgm:spPr/>
    </dgm:pt>
    <dgm:pt modelId="{F3854CCA-8EB0-4C64-92AB-39C4E3005A29}" type="pres">
      <dgm:prSet presAssocID="{BAE425F6-E946-4E4B-80A7-339E382C0D8F}" presName="tx1" presStyleLbl="revTx" presStyleIdx="2" presStyleCnt="3"/>
      <dgm:spPr/>
    </dgm:pt>
    <dgm:pt modelId="{FE878385-4176-4FC7-9C00-ACAE35FF8331}" type="pres">
      <dgm:prSet presAssocID="{BAE425F6-E946-4E4B-80A7-339E382C0D8F}" presName="vert1" presStyleCnt="0"/>
      <dgm:spPr/>
    </dgm:pt>
  </dgm:ptLst>
  <dgm:cxnLst>
    <dgm:cxn modelId="{0BC64A01-BEEA-46A8-9890-8A59758F5C77}" type="presOf" srcId="{9BA2A83A-7B84-4576-B88C-87C56BD2B2B7}" destId="{F9CB55DB-104B-4B4B-AADF-2592807264EB}" srcOrd="0" destOrd="0" presId="urn:microsoft.com/office/officeart/2008/layout/LinedList"/>
    <dgm:cxn modelId="{46EBB8B7-8797-4156-B3FA-5686826496E6}" type="presOf" srcId="{1E27F7C8-393A-4666-9ADA-7F3C25A69F62}" destId="{A32B10A7-F1D6-4B07-A384-2CE69C07C814}" srcOrd="0" destOrd="0" presId="urn:microsoft.com/office/officeart/2008/layout/LinedList"/>
    <dgm:cxn modelId="{895835C2-E1C5-4BAB-AD2C-697BB38423A7}" srcId="{9BA2A83A-7B84-4576-B88C-87C56BD2B2B7}" destId="{C6EA1412-216B-4F20-A4CD-127C8C86D27A}" srcOrd="1" destOrd="0" parTransId="{4F72A818-0A13-4272-9F43-09D4F7C26E54}" sibTransId="{07E7BF15-B92E-4F95-865D-380ACBB801E7}"/>
    <dgm:cxn modelId="{1F3C1AC5-3BA4-4A06-BF6C-1BB3D622DEC5}" srcId="{9BA2A83A-7B84-4576-B88C-87C56BD2B2B7}" destId="{1E27F7C8-393A-4666-9ADA-7F3C25A69F62}" srcOrd="0" destOrd="0" parTransId="{3D995B13-3CC2-4B06-A975-3CA083907B97}" sibTransId="{1251340F-CC3F-497F-AD47-1AB640640832}"/>
    <dgm:cxn modelId="{81EFC6C7-12F3-4764-8E02-C9F564CB08A8}" type="presOf" srcId="{BAE425F6-E946-4E4B-80A7-339E382C0D8F}" destId="{F3854CCA-8EB0-4C64-92AB-39C4E3005A29}" srcOrd="0" destOrd="0" presId="urn:microsoft.com/office/officeart/2008/layout/LinedList"/>
    <dgm:cxn modelId="{28421AD3-6B63-456C-9D0D-031837168795}" srcId="{9BA2A83A-7B84-4576-B88C-87C56BD2B2B7}" destId="{BAE425F6-E946-4E4B-80A7-339E382C0D8F}" srcOrd="2" destOrd="0" parTransId="{433C8915-2B72-4247-BACC-93C1BFE83D28}" sibTransId="{3A1B668B-EFDD-4B90-A319-031FE4D8CF4E}"/>
    <dgm:cxn modelId="{9369AAFA-564D-4C56-B655-7A7465830250}" type="presOf" srcId="{C6EA1412-216B-4F20-A4CD-127C8C86D27A}" destId="{30559797-CDEB-41F8-8B6D-6605A28F4106}" srcOrd="0" destOrd="0" presId="urn:microsoft.com/office/officeart/2008/layout/LinedList"/>
    <dgm:cxn modelId="{97C97BD1-3A52-4B72-9531-CF594601C30D}" type="presParOf" srcId="{F9CB55DB-104B-4B4B-AADF-2592807264EB}" destId="{07AEF59B-9978-4205-A34D-124226F8ADDC}" srcOrd="0" destOrd="0" presId="urn:microsoft.com/office/officeart/2008/layout/LinedList"/>
    <dgm:cxn modelId="{077D13C7-5F7F-49C5-9AF0-41DF76D882F7}" type="presParOf" srcId="{F9CB55DB-104B-4B4B-AADF-2592807264EB}" destId="{68A6024F-627B-44F9-88F0-2EA1F6D14EC3}" srcOrd="1" destOrd="0" presId="urn:microsoft.com/office/officeart/2008/layout/LinedList"/>
    <dgm:cxn modelId="{0FF2BD6D-AFB8-45D4-A973-0562CE4D4769}" type="presParOf" srcId="{68A6024F-627B-44F9-88F0-2EA1F6D14EC3}" destId="{A32B10A7-F1D6-4B07-A384-2CE69C07C814}" srcOrd="0" destOrd="0" presId="urn:microsoft.com/office/officeart/2008/layout/LinedList"/>
    <dgm:cxn modelId="{1A9EBF01-A888-4019-A2F7-42F1E63D41E0}" type="presParOf" srcId="{68A6024F-627B-44F9-88F0-2EA1F6D14EC3}" destId="{773F4B39-87C8-4CBD-BCD1-38F014CF8262}" srcOrd="1" destOrd="0" presId="urn:microsoft.com/office/officeart/2008/layout/LinedList"/>
    <dgm:cxn modelId="{7E257E26-CF6E-40BA-8176-E7A0A83ACFDC}" type="presParOf" srcId="{F9CB55DB-104B-4B4B-AADF-2592807264EB}" destId="{FB6E1C0E-9E19-4AFD-8D5C-07CD3FE26516}" srcOrd="2" destOrd="0" presId="urn:microsoft.com/office/officeart/2008/layout/LinedList"/>
    <dgm:cxn modelId="{2C3FA433-FE92-41F3-8E96-37EA4D4DC7BC}" type="presParOf" srcId="{F9CB55DB-104B-4B4B-AADF-2592807264EB}" destId="{576FD4AE-52A0-4A98-904C-2DA8EF8BBA40}" srcOrd="3" destOrd="0" presId="urn:microsoft.com/office/officeart/2008/layout/LinedList"/>
    <dgm:cxn modelId="{679C42E9-7475-47D0-B39D-26D5C84CC678}" type="presParOf" srcId="{576FD4AE-52A0-4A98-904C-2DA8EF8BBA40}" destId="{30559797-CDEB-41F8-8B6D-6605A28F4106}" srcOrd="0" destOrd="0" presId="urn:microsoft.com/office/officeart/2008/layout/LinedList"/>
    <dgm:cxn modelId="{314EE2EA-D36C-4DB9-BC64-32E571A16E9F}" type="presParOf" srcId="{576FD4AE-52A0-4A98-904C-2DA8EF8BBA40}" destId="{40AE0F00-ED25-4315-8DE3-16157C98AB6F}" srcOrd="1" destOrd="0" presId="urn:microsoft.com/office/officeart/2008/layout/LinedList"/>
    <dgm:cxn modelId="{1AF774F1-1E59-474F-803F-F8710BECC5F2}" type="presParOf" srcId="{F9CB55DB-104B-4B4B-AADF-2592807264EB}" destId="{AFD54008-ECA4-4C69-A8F8-70DEE30E99BD}" srcOrd="4" destOrd="0" presId="urn:microsoft.com/office/officeart/2008/layout/LinedList"/>
    <dgm:cxn modelId="{B321B8FA-CBA5-49BC-AE64-8D3B2674468C}" type="presParOf" srcId="{F9CB55DB-104B-4B4B-AADF-2592807264EB}" destId="{9997949D-081C-4861-A2BD-1450734CE688}" srcOrd="5" destOrd="0" presId="urn:microsoft.com/office/officeart/2008/layout/LinedList"/>
    <dgm:cxn modelId="{CBCC9BE6-1D23-477F-A026-A0152E52A15E}" type="presParOf" srcId="{9997949D-081C-4861-A2BD-1450734CE688}" destId="{F3854CCA-8EB0-4C64-92AB-39C4E3005A29}" srcOrd="0" destOrd="0" presId="urn:microsoft.com/office/officeart/2008/layout/LinedList"/>
    <dgm:cxn modelId="{580DDC42-F382-4C12-8FD3-9B6D4666DF46}" type="presParOf" srcId="{9997949D-081C-4861-A2BD-1450734CE688}" destId="{FE878385-4176-4FC7-9C00-ACAE35FF83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246CEC-1306-4A66-98E0-EF94765A8210}" type="doc">
      <dgm:prSet loTypeId="urn:microsoft.com/office/officeart/2005/8/layout/vList2" loCatId="list" qsTypeId="urn:microsoft.com/office/officeart/2005/8/quickstyle/simple2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3445422B-2BD8-443F-AA73-7A64F754DC49}">
      <dgm:prSet/>
      <dgm:spPr/>
      <dgm:t>
        <a:bodyPr/>
        <a:lstStyle/>
        <a:p>
          <a:r>
            <a:rPr lang="da-DK"/>
            <a:t>Hvordan kan modellen bruges?</a:t>
          </a:r>
          <a:endParaRPr lang="en-US"/>
        </a:p>
      </dgm:t>
    </dgm:pt>
    <dgm:pt modelId="{C1D6DBA7-D950-4599-A199-8FE26D596BF5}" type="parTrans" cxnId="{B60F6173-EE6D-49DB-811D-04E719835348}">
      <dgm:prSet/>
      <dgm:spPr/>
      <dgm:t>
        <a:bodyPr/>
        <a:lstStyle/>
        <a:p>
          <a:endParaRPr lang="en-US"/>
        </a:p>
      </dgm:t>
    </dgm:pt>
    <dgm:pt modelId="{DCFCD04A-AAA0-40D9-9776-A8CEDCBCA4C1}" type="sibTrans" cxnId="{B60F6173-EE6D-49DB-811D-04E719835348}">
      <dgm:prSet/>
      <dgm:spPr/>
      <dgm:t>
        <a:bodyPr/>
        <a:lstStyle/>
        <a:p>
          <a:endParaRPr lang="en-US"/>
        </a:p>
      </dgm:t>
    </dgm:pt>
    <dgm:pt modelId="{CED9F7FD-E681-4FBB-B50D-C39EE5882EF2}">
      <dgm:prSet/>
      <dgm:spPr/>
      <dgm:t>
        <a:bodyPr/>
        <a:lstStyle/>
        <a:p>
          <a:r>
            <a:rPr lang="da-DK" b="1" dirty="0"/>
            <a:t>2 måneder før</a:t>
          </a:r>
          <a:endParaRPr lang="en-US" b="1" dirty="0"/>
        </a:p>
      </dgm:t>
    </dgm:pt>
    <dgm:pt modelId="{9E1A8D4C-9208-4F7E-81F9-1D10F41F37DF}" type="parTrans" cxnId="{0A994E63-C9E4-45B8-9C31-D0A97A886758}">
      <dgm:prSet/>
      <dgm:spPr/>
      <dgm:t>
        <a:bodyPr/>
        <a:lstStyle/>
        <a:p>
          <a:endParaRPr lang="en-US"/>
        </a:p>
      </dgm:t>
    </dgm:pt>
    <dgm:pt modelId="{3D9002B4-89C8-4091-A0AA-2C527AD41D1E}" type="sibTrans" cxnId="{0A994E63-C9E4-45B8-9C31-D0A97A886758}">
      <dgm:prSet/>
      <dgm:spPr/>
      <dgm:t>
        <a:bodyPr/>
        <a:lstStyle/>
        <a:p>
          <a:endParaRPr lang="en-US"/>
        </a:p>
      </dgm:t>
    </dgm:pt>
    <dgm:pt modelId="{5B885EED-E00C-4CF3-826F-42B0C650691E}">
      <dgm:prSet/>
      <dgm:spPr/>
      <dgm:t>
        <a:bodyPr/>
        <a:lstStyle/>
        <a:p>
          <a:r>
            <a:rPr lang="da-DK" dirty="0"/>
            <a:t>Grov planlægning</a:t>
          </a:r>
          <a:endParaRPr lang="en-US" dirty="0"/>
        </a:p>
      </dgm:t>
    </dgm:pt>
    <dgm:pt modelId="{8E601B51-EEC5-492C-A27D-70DBE889B1A8}" type="parTrans" cxnId="{B18D30EF-3710-46E4-BD52-EDD4E58EA887}">
      <dgm:prSet/>
      <dgm:spPr/>
      <dgm:t>
        <a:bodyPr/>
        <a:lstStyle/>
        <a:p>
          <a:endParaRPr lang="en-US"/>
        </a:p>
      </dgm:t>
    </dgm:pt>
    <dgm:pt modelId="{6499D907-08F5-4B54-8734-24D7FA5BDD20}" type="sibTrans" cxnId="{B18D30EF-3710-46E4-BD52-EDD4E58EA887}">
      <dgm:prSet/>
      <dgm:spPr/>
      <dgm:t>
        <a:bodyPr/>
        <a:lstStyle/>
        <a:p>
          <a:endParaRPr lang="en-US"/>
        </a:p>
      </dgm:t>
    </dgm:pt>
    <dgm:pt modelId="{21829F38-83AD-4310-ADF8-CA71CA8A6804}">
      <dgm:prSet/>
      <dgm:spPr/>
      <dgm:t>
        <a:bodyPr/>
        <a:lstStyle/>
        <a:p>
          <a:r>
            <a:rPr lang="da-DK" b="1" dirty="0"/>
            <a:t>10/7 dage før</a:t>
          </a:r>
          <a:endParaRPr lang="en-US" b="1" dirty="0"/>
        </a:p>
      </dgm:t>
    </dgm:pt>
    <dgm:pt modelId="{95BF6E8B-B714-4454-AB12-F77DEDC1EF43}" type="parTrans" cxnId="{FF3A951C-4084-4553-B349-CF7DB69B8248}">
      <dgm:prSet/>
      <dgm:spPr/>
      <dgm:t>
        <a:bodyPr/>
        <a:lstStyle/>
        <a:p>
          <a:endParaRPr lang="en-US"/>
        </a:p>
      </dgm:t>
    </dgm:pt>
    <dgm:pt modelId="{43DFFD32-5AB2-483D-B693-FE200999AF23}" type="sibTrans" cxnId="{FF3A951C-4084-4553-B349-CF7DB69B8248}">
      <dgm:prSet/>
      <dgm:spPr/>
      <dgm:t>
        <a:bodyPr/>
        <a:lstStyle/>
        <a:p>
          <a:endParaRPr lang="en-US"/>
        </a:p>
      </dgm:t>
    </dgm:pt>
    <dgm:pt modelId="{EB698142-613A-4F77-BF13-29EEFB511941}">
      <dgm:prSet/>
      <dgm:spPr/>
      <dgm:t>
        <a:bodyPr/>
        <a:lstStyle/>
        <a:p>
          <a:r>
            <a:rPr lang="da-DK"/>
            <a:t>Justering af bemanding og drift</a:t>
          </a:r>
          <a:endParaRPr lang="en-US"/>
        </a:p>
      </dgm:t>
    </dgm:pt>
    <dgm:pt modelId="{3AB88D79-8E34-4C22-9F7C-29DB0ADF482F}" type="parTrans" cxnId="{2BAAD8E6-3684-4D4E-9208-CC3654E0CE59}">
      <dgm:prSet/>
      <dgm:spPr/>
      <dgm:t>
        <a:bodyPr/>
        <a:lstStyle/>
        <a:p>
          <a:endParaRPr lang="en-US"/>
        </a:p>
      </dgm:t>
    </dgm:pt>
    <dgm:pt modelId="{E724C3BD-178D-4E63-80DC-344F66B36B08}" type="sibTrans" cxnId="{2BAAD8E6-3684-4D4E-9208-CC3654E0CE59}">
      <dgm:prSet/>
      <dgm:spPr/>
      <dgm:t>
        <a:bodyPr/>
        <a:lstStyle/>
        <a:p>
          <a:endParaRPr lang="en-US"/>
        </a:p>
      </dgm:t>
    </dgm:pt>
    <dgm:pt modelId="{F07D57F1-6AD2-41F7-8757-EEF79A971174}">
      <dgm:prSet/>
      <dgm:spPr/>
      <dgm:t>
        <a:bodyPr/>
        <a:lstStyle/>
        <a:p>
          <a:r>
            <a:rPr lang="da-DK" b="1" dirty="0"/>
            <a:t>3 dage før</a:t>
          </a:r>
          <a:endParaRPr lang="en-US" b="1" dirty="0"/>
        </a:p>
      </dgm:t>
    </dgm:pt>
    <dgm:pt modelId="{D163351E-B505-4ACC-9CFD-8F1C98314F07}" type="parTrans" cxnId="{DEF05245-90DD-4DD2-80C9-AD610F04268B}">
      <dgm:prSet/>
      <dgm:spPr/>
      <dgm:t>
        <a:bodyPr/>
        <a:lstStyle/>
        <a:p>
          <a:endParaRPr lang="en-US"/>
        </a:p>
      </dgm:t>
    </dgm:pt>
    <dgm:pt modelId="{CB43233C-F838-45E5-BAA6-A78A37EB7C35}" type="sibTrans" cxnId="{DEF05245-90DD-4DD2-80C9-AD610F04268B}">
      <dgm:prSet/>
      <dgm:spPr/>
      <dgm:t>
        <a:bodyPr/>
        <a:lstStyle/>
        <a:p>
          <a:endParaRPr lang="en-US"/>
        </a:p>
      </dgm:t>
    </dgm:pt>
    <dgm:pt modelId="{928C7444-5290-447B-B7D0-1312FC11E059}">
      <dgm:prSet/>
      <dgm:spPr/>
      <dgm:t>
        <a:bodyPr/>
        <a:lstStyle/>
        <a:p>
          <a:r>
            <a:rPr lang="da-DK"/>
            <a:t>Næsten endelig kapacitetsvurdering</a:t>
          </a:r>
          <a:endParaRPr lang="en-US"/>
        </a:p>
      </dgm:t>
    </dgm:pt>
    <dgm:pt modelId="{EC89BDF1-1BDB-4BE1-8B73-33F154EB7DBB}" type="parTrans" cxnId="{D19BC251-792B-449E-8DEE-45A9A9FD89CB}">
      <dgm:prSet/>
      <dgm:spPr/>
      <dgm:t>
        <a:bodyPr/>
        <a:lstStyle/>
        <a:p>
          <a:endParaRPr lang="en-US"/>
        </a:p>
      </dgm:t>
    </dgm:pt>
    <dgm:pt modelId="{605AED68-5939-4D5A-972B-F8A6675E9BC1}" type="sibTrans" cxnId="{D19BC251-792B-449E-8DEE-45A9A9FD89CB}">
      <dgm:prSet/>
      <dgm:spPr/>
      <dgm:t>
        <a:bodyPr/>
        <a:lstStyle/>
        <a:p>
          <a:endParaRPr lang="en-US"/>
        </a:p>
      </dgm:t>
    </dgm:pt>
    <dgm:pt modelId="{5281C71F-7B37-4FA0-883A-CF744E83A52D}" type="pres">
      <dgm:prSet presAssocID="{DA246CEC-1306-4A66-98E0-EF94765A8210}" presName="linear" presStyleCnt="0">
        <dgm:presLayoutVars>
          <dgm:animLvl val="lvl"/>
          <dgm:resizeHandles val="exact"/>
        </dgm:presLayoutVars>
      </dgm:prSet>
      <dgm:spPr/>
    </dgm:pt>
    <dgm:pt modelId="{AD8D8DD0-C3F9-418B-B11A-6251EE33EBF1}" type="pres">
      <dgm:prSet presAssocID="{3445422B-2BD8-443F-AA73-7A64F754DC4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30633D6-3912-45D5-B04E-7C237A06234F}" type="pres">
      <dgm:prSet presAssocID="{3445422B-2BD8-443F-AA73-7A64F754DC4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BD95E07-A29D-4AB3-A0DF-83410E319FCE}" type="presOf" srcId="{21829F38-83AD-4310-ADF8-CA71CA8A6804}" destId="{D30633D6-3912-45D5-B04E-7C237A06234F}" srcOrd="0" destOrd="2" presId="urn:microsoft.com/office/officeart/2005/8/layout/vList2"/>
    <dgm:cxn modelId="{FF3A951C-4084-4553-B349-CF7DB69B8248}" srcId="{3445422B-2BD8-443F-AA73-7A64F754DC49}" destId="{21829F38-83AD-4310-ADF8-CA71CA8A6804}" srcOrd="1" destOrd="0" parTransId="{95BF6E8B-B714-4454-AB12-F77DEDC1EF43}" sibTransId="{43DFFD32-5AB2-483D-B693-FE200999AF23}"/>
    <dgm:cxn modelId="{EA17151E-8C45-4E53-BB72-DA261A05847B}" type="presOf" srcId="{5B885EED-E00C-4CF3-826F-42B0C650691E}" destId="{D30633D6-3912-45D5-B04E-7C237A06234F}" srcOrd="0" destOrd="1" presId="urn:microsoft.com/office/officeart/2005/8/layout/vList2"/>
    <dgm:cxn modelId="{2FE1CD43-75CB-4E10-B1EC-29C1ECA5F8D7}" type="presOf" srcId="{DA246CEC-1306-4A66-98E0-EF94765A8210}" destId="{5281C71F-7B37-4FA0-883A-CF744E83A52D}" srcOrd="0" destOrd="0" presId="urn:microsoft.com/office/officeart/2005/8/layout/vList2"/>
    <dgm:cxn modelId="{DEF05245-90DD-4DD2-80C9-AD610F04268B}" srcId="{3445422B-2BD8-443F-AA73-7A64F754DC49}" destId="{F07D57F1-6AD2-41F7-8757-EEF79A971174}" srcOrd="2" destOrd="0" parTransId="{D163351E-B505-4ACC-9CFD-8F1C98314F07}" sibTransId="{CB43233C-F838-45E5-BAA6-A78A37EB7C35}"/>
    <dgm:cxn modelId="{D19BC251-792B-449E-8DEE-45A9A9FD89CB}" srcId="{F07D57F1-6AD2-41F7-8757-EEF79A971174}" destId="{928C7444-5290-447B-B7D0-1312FC11E059}" srcOrd="0" destOrd="0" parTransId="{EC89BDF1-1BDB-4BE1-8B73-33F154EB7DBB}" sibTransId="{605AED68-5939-4D5A-972B-F8A6675E9BC1}"/>
    <dgm:cxn modelId="{57562556-7212-4A79-BC97-4EA3870056DF}" type="presOf" srcId="{EB698142-613A-4F77-BF13-29EEFB511941}" destId="{D30633D6-3912-45D5-B04E-7C237A06234F}" srcOrd="0" destOrd="3" presId="urn:microsoft.com/office/officeart/2005/8/layout/vList2"/>
    <dgm:cxn modelId="{E83CAD61-3A70-477D-84BC-E3ED2877B20D}" type="presOf" srcId="{CED9F7FD-E681-4FBB-B50D-C39EE5882EF2}" destId="{D30633D6-3912-45D5-B04E-7C237A06234F}" srcOrd="0" destOrd="0" presId="urn:microsoft.com/office/officeart/2005/8/layout/vList2"/>
    <dgm:cxn modelId="{0A994E63-C9E4-45B8-9C31-D0A97A886758}" srcId="{3445422B-2BD8-443F-AA73-7A64F754DC49}" destId="{CED9F7FD-E681-4FBB-B50D-C39EE5882EF2}" srcOrd="0" destOrd="0" parTransId="{9E1A8D4C-9208-4F7E-81F9-1D10F41F37DF}" sibTransId="{3D9002B4-89C8-4091-A0AA-2C527AD41D1E}"/>
    <dgm:cxn modelId="{B60F6173-EE6D-49DB-811D-04E719835348}" srcId="{DA246CEC-1306-4A66-98E0-EF94765A8210}" destId="{3445422B-2BD8-443F-AA73-7A64F754DC49}" srcOrd="0" destOrd="0" parTransId="{C1D6DBA7-D950-4599-A199-8FE26D596BF5}" sibTransId="{DCFCD04A-AAA0-40D9-9776-A8CEDCBCA4C1}"/>
    <dgm:cxn modelId="{854D5196-160F-45AA-BBE6-41D5C9B32FAA}" type="presOf" srcId="{F07D57F1-6AD2-41F7-8757-EEF79A971174}" destId="{D30633D6-3912-45D5-B04E-7C237A06234F}" srcOrd="0" destOrd="4" presId="urn:microsoft.com/office/officeart/2005/8/layout/vList2"/>
    <dgm:cxn modelId="{176E49B2-A9DC-4589-910E-FD13715CD55D}" type="presOf" srcId="{3445422B-2BD8-443F-AA73-7A64F754DC49}" destId="{AD8D8DD0-C3F9-418B-B11A-6251EE33EBF1}" srcOrd="0" destOrd="0" presId="urn:microsoft.com/office/officeart/2005/8/layout/vList2"/>
    <dgm:cxn modelId="{3D70ABC4-2350-48F5-87B4-1A852773D104}" type="presOf" srcId="{928C7444-5290-447B-B7D0-1312FC11E059}" destId="{D30633D6-3912-45D5-B04E-7C237A06234F}" srcOrd="0" destOrd="5" presId="urn:microsoft.com/office/officeart/2005/8/layout/vList2"/>
    <dgm:cxn modelId="{2BAAD8E6-3684-4D4E-9208-CC3654E0CE59}" srcId="{21829F38-83AD-4310-ADF8-CA71CA8A6804}" destId="{EB698142-613A-4F77-BF13-29EEFB511941}" srcOrd="0" destOrd="0" parTransId="{3AB88D79-8E34-4C22-9F7C-29DB0ADF482F}" sibTransId="{E724C3BD-178D-4E63-80DC-344F66B36B08}"/>
    <dgm:cxn modelId="{B18D30EF-3710-46E4-BD52-EDD4E58EA887}" srcId="{CED9F7FD-E681-4FBB-B50D-C39EE5882EF2}" destId="{5B885EED-E00C-4CF3-826F-42B0C650691E}" srcOrd="0" destOrd="0" parTransId="{8E601B51-EEC5-492C-A27D-70DBE889B1A8}" sibTransId="{6499D907-08F5-4B54-8734-24D7FA5BDD20}"/>
    <dgm:cxn modelId="{58A97E7D-6539-46DF-BFC2-2031D9EE05C3}" type="presParOf" srcId="{5281C71F-7B37-4FA0-883A-CF744E83A52D}" destId="{AD8D8DD0-C3F9-418B-B11A-6251EE33EBF1}" srcOrd="0" destOrd="0" presId="urn:microsoft.com/office/officeart/2005/8/layout/vList2"/>
    <dgm:cxn modelId="{EDCAE8E3-31C0-4014-874E-8DDEA6EB83E6}" type="presParOf" srcId="{5281C71F-7B37-4FA0-883A-CF744E83A52D}" destId="{D30633D6-3912-45D5-B04E-7C237A06234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E29366-73A2-4056-94C7-E7A7E6550A1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DB20C1B-E213-4CDC-97C8-9878B6FF2C81}">
      <dgm:prSet/>
      <dgm:spPr/>
      <dgm:t>
        <a:bodyPr/>
        <a:lstStyle/>
        <a:p>
          <a:r>
            <a:rPr lang="da-DK"/>
            <a:t>Begrænset datamængde</a:t>
          </a:r>
          <a:endParaRPr lang="en-US"/>
        </a:p>
      </dgm:t>
    </dgm:pt>
    <dgm:pt modelId="{3770B954-093C-4232-947F-DB6CCFEBFAC9}" type="parTrans" cxnId="{F9FD83C4-9B4F-4AAB-983F-5A6F6C7C0C3D}">
      <dgm:prSet/>
      <dgm:spPr/>
      <dgm:t>
        <a:bodyPr/>
        <a:lstStyle/>
        <a:p>
          <a:endParaRPr lang="en-US"/>
        </a:p>
      </dgm:t>
    </dgm:pt>
    <dgm:pt modelId="{C576A0E7-587D-4D72-B559-2686A91397A6}" type="sibTrans" cxnId="{F9FD83C4-9B4F-4AAB-983F-5A6F6C7C0C3D}">
      <dgm:prSet/>
      <dgm:spPr/>
      <dgm:t>
        <a:bodyPr/>
        <a:lstStyle/>
        <a:p>
          <a:endParaRPr lang="en-US"/>
        </a:p>
      </dgm:t>
    </dgm:pt>
    <dgm:pt modelId="{22A608FC-6102-4F86-934D-D214EA12972F}">
      <dgm:prSet/>
      <dgm:spPr/>
      <dgm:t>
        <a:bodyPr/>
        <a:lstStyle/>
        <a:p>
          <a:r>
            <a:rPr lang="da-DK" dirty="0"/>
            <a:t>Ændringer i sæsonstruktur over tid</a:t>
          </a:r>
          <a:endParaRPr lang="en-US" dirty="0"/>
        </a:p>
      </dgm:t>
    </dgm:pt>
    <dgm:pt modelId="{5C65F21A-128B-4714-8844-0390AFF268AC}" type="parTrans" cxnId="{A72EADC7-0D8A-4E8A-BA51-8FC0AA959264}">
      <dgm:prSet/>
      <dgm:spPr/>
      <dgm:t>
        <a:bodyPr/>
        <a:lstStyle/>
        <a:p>
          <a:endParaRPr lang="en-US"/>
        </a:p>
      </dgm:t>
    </dgm:pt>
    <dgm:pt modelId="{4D4FAE93-624D-480F-A248-FB57BB15F05B}" type="sibTrans" cxnId="{A72EADC7-0D8A-4E8A-BA51-8FC0AA959264}">
      <dgm:prSet/>
      <dgm:spPr/>
      <dgm:t>
        <a:bodyPr/>
        <a:lstStyle/>
        <a:p>
          <a:endParaRPr lang="en-US"/>
        </a:p>
      </dgm:t>
    </dgm:pt>
    <dgm:pt modelId="{7F7F5A89-88B8-4DFA-ABB6-772E5FC9819B}">
      <dgm:prSet/>
      <dgm:spPr/>
      <dgm:t>
        <a:bodyPr/>
        <a:lstStyle/>
        <a:p>
          <a:r>
            <a:rPr lang="en-US" dirty="0"/>
            <a:t>Data governance er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forudsætning</a:t>
          </a:r>
          <a:r>
            <a:rPr lang="en-US" dirty="0"/>
            <a:t> for drift</a:t>
          </a:r>
        </a:p>
      </dgm:t>
    </dgm:pt>
    <dgm:pt modelId="{E9EF80D9-F7C1-4522-A9F2-7F2934AD3A22}" type="parTrans" cxnId="{FABDA859-78EB-44AF-926C-02EA65FFFEE6}">
      <dgm:prSet/>
      <dgm:spPr/>
      <dgm:t>
        <a:bodyPr/>
        <a:lstStyle/>
        <a:p>
          <a:endParaRPr lang="en-US"/>
        </a:p>
      </dgm:t>
    </dgm:pt>
    <dgm:pt modelId="{08BE4371-05AF-4C2E-ACF3-9C5FAF797BEA}" type="sibTrans" cxnId="{FABDA859-78EB-44AF-926C-02EA65FFFEE6}">
      <dgm:prSet/>
      <dgm:spPr/>
      <dgm:t>
        <a:bodyPr/>
        <a:lstStyle/>
        <a:p>
          <a:endParaRPr lang="en-US"/>
        </a:p>
      </dgm:t>
    </dgm:pt>
    <dgm:pt modelId="{86570FFD-72CE-4388-91F6-29B6EBD4E339}">
      <dgm:prSet/>
      <dgm:spPr/>
      <dgm:t>
        <a:bodyPr/>
        <a:lstStyle/>
        <a:p>
          <a:r>
            <a:rPr lang="da-DK"/>
            <a:t>Modellen er beslutningsstøtte ikke en garanti</a:t>
          </a:r>
          <a:endParaRPr lang="en-US"/>
        </a:p>
      </dgm:t>
    </dgm:pt>
    <dgm:pt modelId="{49F7146F-8D88-4635-91A4-2D271AD5FA53}" type="parTrans" cxnId="{A786B1E8-695C-4979-88CA-CD780C370004}">
      <dgm:prSet/>
      <dgm:spPr/>
      <dgm:t>
        <a:bodyPr/>
        <a:lstStyle/>
        <a:p>
          <a:endParaRPr lang="en-US"/>
        </a:p>
      </dgm:t>
    </dgm:pt>
    <dgm:pt modelId="{9E1EED50-86E6-4C12-AA6B-C4D033B9FE8C}" type="sibTrans" cxnId="{A786B1E8-695C-4979-88CA-CD780C370004}">
      <dgm:prSet/>
      <dgm:spPr/>
      <dgm:t>
        <a:bodyPr/>
        <a:lstStyle/>
        <a:p>
          <a:endParaRPr lang="en-US"/>
        </a:p>
      </dgm:t>
    </dgm:pt>
    <dgm:pt modelId="{994131EF-AFDE-4B88-83E0-7C4106B972F3}" type="pres">
      <dgm:prSet presAssocID="{03E29366-73A2-4056-94C7-E7A7E6550A1D}" presName="vert0" presStyleCnt="0">
        <dgm:presLayoutVars>
          <dgm:dir/>
          <dgm:animOne val="branch"/>
          <dgm:animLvl val="lvl"/>
        </dgm:presLayoutVars>
      </dgm:prSet>
      <dgm:spPr/>
    </dgm:pt>
    <dgm:pt modelId="{DC6911C2-D1D0-42D6-AECF-16A266160413}" type="pres">
      <dgm:prSet presAssocID="{7DB20C1B-E213-4CDC-97C8-9878B6FF2C81}" presName="thickLine" presStyleLbl="alignNode1" presStyleIdx="0" presStyleCnt="4"/>
      <dgm:spPr/>
    </dgm:pt>
    <dgm:pt modelId="{D526E2C5-EB3D-487D-A537-D126082761EA}" type="pres">
      <dgm:prSet presAssocID="{7DB20C1B-E213-4CDC-97C8-9878B6FF2C81}" presName="horz1" presStyleCnt="0"/>
      <dgm:spPr/>
    </dgm:pt>
    <dgm:pt modelId="{54F953B3-2FE6-4FF3-817A-EF43D4E2FB5F}" type="pres">
      <dgm:prSet presAssocID="{7DB20C1B-E213-4CDC-97C8-9878B6FF2C81}" presName="tx1" presStyleLbl="revTx" presStyleIdx="0" presStyleCnt="4"/>
      <dgm:spPr/>
    </dgm:pt>
    <dgm:pt modelId="{C1F2D4BA-15E4-4ADF-A7C3-3DD07442902F}" type="pres">
      <dgm:prSet presAssocID="{7DB20C1B-E213-4CDC-97C8-9878B6FF2C81}" presName="vert1" presStyleCnt="0"/>
      <dgm:spPr/>
    </dgm:pt>
    <dgm:pt modelId="{ED57D95A-CF33-4C22-818E-4DECECE859F7}" type="pres">
      <dgm:prSet presAssocID="{22A608FC-6102-4F86-934D-D214EA12972F}" presName="thickLine" presStyleLbl="alignNode1" presStyleIdx="1" presStyleCnt="4"/>
      <dgm:spPr/>
    </dgm:pt>
    <dgm:pt modelId="{BB6F128F-E916-4C4E-B384-E4D8C855E927}" type="pres">
      <dgm:prSet presAssocID="{22A608FC-6102-4F86-934D-D214EA12972F}" presName="horz1" presStyleCnt="0"/>
      <dgm:spPr/>
    </dgm:pt>
    <dgm:pt modelId="{4CB67EE0-3325-4E8A-AF7A-2C4B98D36348}" type="pres">
      <dgm:prSet presAssocID="{22A608FC-6102-4F86-934D-D214EA12972F}" presName="tx1" presStyleLbl="revTx" presStyleIdx="1" presStyleCnt="4"/>
      <dgm:spPr/>
    </dgm:pt>
    <dgm:pt modelId="{F947DA80-C086-4465-B841-2B8131A60AA7}" type="pres">
      <dgm:prSet presAssocID="{22A608FC-6102-4F86-934D-D214EA12972F}" presName="vert1" presStyleCnt="0"/>
      <dgm:spPr/>
    </dgm:pt>
    <dgm:pt modelId="{1BDB9C94-8394-49F3-ABE8-908E8FF2F21B}" type="pres">
      <dgm:prSet presAssocID="{7F7F5A89-88B8-4DFA-ABB6-772E5FC9819B}" presName="thickLine" presStyleLbl="alignNode1" presStyleIdx="2" presStyleCnt="4"/>
      <dgm:spPr/>
    </dgm:pt>
    <dgm:pt modelId="{1614AF5E-AF5F-437A-8A9C-CBA377CCE136}" type="pres">
      <dgm:prSet presAssocID="{7F7F5A89-88B8-4DFA-ABB6-772E5FC9819B}" presName="horz1" presStyleCnt="0"/>
      <dgm:spPr/>
    </dgm:pt>
    <dgm:pt modelId="{82786701-1173-48E2-8A51-226AC5570D8F}" type="pres">
      <dgm:prSet presAssocID="{7F7F5A89-88B8-4DFA-ABB6-772E5FC9819B}" presName="tx1" presStyleLbl="revTx" presStyleIdx="2" presStyleCnt="4"/>
      <dgm:spPr/>
    </dgm:pt>
    <dgm:pt modelId="{E01859FD-6A1E-4018-A4AD-4C203EF0AC98}" type="pres">
      <dgm:prSet presAssocID="{7F7F5A89-88B8-4DFA-ABB6-772E5FC9819B}" presName="vert1" presStyleCnt="0"/>
      <dgm:spPr/>
    </dgm:pt>
    <dgm:pt modelId="{FEDBE61C-F172-459B-AE3E-DB8A7F307481}" type="pres">
      <dgm:prSet presAssocID="{86570FFD-72CE-4388-91F6-29B6EBD4E339}" presName="thickLine" presStyleLbl="alignNode1" presStyleIdx="3" presStyleCnt="4"/>
      <dgm:spPr/>
    </dgm:pt>
    <dgm:pt modelId="{A3FE262E-5B1D-4B42-930F-D9C720DEF6D1}" type="pres">
      <dgm:prSet presAssocID="{86570FFD-72CE-4388-91F6-29B6EBD4E339}" presName="horz1" presStyleCnt="0"/>
      <dgm:spPr/>
    </dgm:pt>
    <dgm:pt modelId="{AE9C45FA-14AE-4DCD-8DF0-2EEF271A2A90}" type="pres">
      <dgm:prSet presAssocID="{86570FFD-72CE-4388-91F6-29B6EBD4E339}" presName="tx1" presStyleLbl="revTx" presStyleIdx="3" presStyleCnt="4"/>
      <dgm:spPr/>
    </dgm:pt>
    <dgm:pt modelId="{3F0D89C6-9864-44A0-9FFA-52B988F3742D}" type="pres">
      <dgm:prSet presAssocID="{86570FFD-72CE-4388-91F6-29B6EBD4E339}" presName="vert1" presStyleCnt="0"/>
      <dgm:spPr/>
    </dgm:pt>
  </dgm:ptLst>
  <dgm:cxnLst>
    <dgm:cxn modelId="{35439506-014D-47BA-A492-98EE65B9B432}" type="presOf" srcId="{22A608FC-6102-4F86-934D-D214EA12972F}" destId="{4CB67EE0-3325-4E8A-AF7A-2C4B98D36348}" srcOrd="0" destOrd="0" presId="urn:microsoft.com/office/officeart/2008/layout/LinedList"/>
    <dgm:cxn modelId="{CAFFCA2F-F3FC-4901-A5DC-CC5E4BEF1870}" type="presOf" srcId="{7F7F5A89-88B8-4DFA-ABB6-772E5FC9819B}" destId="{82786701-1173-48E2-8A51-226AC5570D8F}" srcOrd="0" destOrd="0" presId="urn:microsoft.com/office/officeart/2008/layout/LinedList"/>
    <dgm:cxn modelId="{6F240B3B-315F-4E93-A106-923D5A86A545}" type="presOf" srcId="{03E29366-73A2-4056-94C7-E7A7E6550A1D}" destId="{994131EF-AFDE-4B88-83E0-7C4106B972F3}" srcOrd="0" destOrd="0" presId="urn:microsoft.com/office/officeart/2008/layout/LinedList"/>
    <dgm:cxn modelId="{4D885A42-38EB-4680-8E68-D0A139329621}" type="presOf" srcId="{86570FFD-72CE-4388-91F6-29B6EBD4E339}" destId="{AE9C45FA-14AE-4DCD-8DF0-2EEF271A2A90}" srcOrd="0" destOrd="0" presId="urn:microsoft.com/office/officeart/2008/layout/LinedList"/>
    <dgm:cxn modelId="{FABDA859-78EB-44AF-926C-02EA65FFFEE6}" srcId="{03E29366-73A2-4056-94C7-E7A7E6550A1D}" destId="{7F7F5A89-88B8-4DFA-ABB6-772E5FC9819B}" srcOrd="2" destOrd="0" parTransId="{E9EF80D9-F7C1-4522-A9F2-7F2934AD3A22}" sibTransId="{08BE4371-05AF-4C2E-ACF3-9C5FAF797BEA}"/>
    <dgm:cxn modelId="{F9FD83C4-9B4F-4AAB-983F-5A6F6C7C0C3D}" srcId="{03E29366-73A2-4056-94C7-E7A7E6550A1D}" destId="{7DB20C1B-E213-4CDC-97C8-9878B6FF2C81}" srcOrd="0" destOrd="0" parTransId="{3770B954-093C-4232-947F-DB6CCFEBFAC9}" sibTransId="{C576A0E7-587D-4D72-B559-2686A91397A6}"/>
    <dgm:cxn modelId="{A72EADC7-0D8A-4E8A-BA51-8FC0AA959264}" srcId="{03E29366-73A2-4056-94C7-E7A7E6550A1D}" destId="{22A608FC-6102-4F86-934D-D214EA12972F}" srcOrd="1" destOrd="0" parTransId="{5C65F21A-128B-4714-8844-0390AFF268AC}" sibTransId="{4D4FAE93-624D-480F-A248-FB57BB15F05B}"/>
    <dgm:cxn modelId="{A786B1E8-695C-4979-88CA-CD780C370004}" srcId="{03E29366-73A2-4056-94C7-E7A7E6550A1D}" destId="{86570FFD-72CE-4388-91F6-29B6EBD4E339}" srcOrd="3" destOrd="0" parTransId="{49F7146F-8D88-4635-91A4-2D271AD5FA53}" sibTransId="{9E1EED50-86E6-4C12-AA6B-C4D033B9FE8C}"/>
    <dgm:cxn modelId="{F071BCED-5367-462A-A690-C8424D2B898C}" type="presOf" srcId="{7DB20C1B-E213-4CDC-97C8-9878B6FF2C81}" destId="{54F953B3-2FE6-4FF3-817A-EF43D4E2FB5F}" srcOrd="0" destOrd="0" presId="urn:microsoft.com/office/officeart/2008/layout/LinedList"/>
    <dgm:cxn modelId="{0901EFCE-D846-414F-AEA5-E3E26A06669E}" type="presParOf" srcId="{994131EF-AFDE-4B88-83E0-7C4106B972F3}" destId="{DC6911C2-D1D0-42D6-AECF-16A266160413}" srcOrd="0" destOrd="0" presId="urn:microsoft.com/office/officeart/2008/layout/LinedList"/>
    <dgm:cxn modelId="{79AC524D-4E70-4770-9FA3-A6E4185B7457}" type="presParOf" srcId="{994131EF-AFDE-4B88-83E0-7C4106B972F3}" destId="{D526E2C5-EB3D-487D-A537-D126082761EA}" srcOrd="1" destOrd="0" presId="urn:microsoft.com/office/officeart/2008/layout/LinedList"/>
    <dgm:cxn modelId="{732869A5-872E-449C-BB6A-F5FEEA383A6B}" type="presParOf" srcId="{D526E2C5-EB3D-487D-A537-D126082761EA}" destId="{54F953B3-2FE6-4FF3-817A-EF43D4E2FB5F}" srcOrd="0" destOrd="0" presId="urn:microsoft.com/office/officeart/2008/layout/LinedList"/>
    <dgm:cxn modelId="{4D312D2A-DFC1-4DA3-828B-D8738B8BCC25}" type="presParOf" srcId="{D526E2C5-EB3D-487D-A537-D126082761EA}" destId="{C1F2D4BA-15E4-4ADF-A7C3-3DD07442902F}" srcOrd="1" destOrd="0" presId="urn:microsoft.com/office/officeart/2008/layout/LinedList"/>
    <dgm:cxn modelId="{6AE140FF-9612-49F6-A986-55BA72161CDC}" type="presParOf" srcId="{994131EF-AFDE-4B88-83E0-7C4106B972F3}" destId="{ED57D95A-CF33-4C22-818E-4DECECE859F7}" srcOrd="2" destOrd="0" presId="urn:microsoft.com/office/officeart/2008/layout/LinedList"/>
    <dgm:cxn modelId="{F5470FFB-3912-4D9F-A8F1-B12F1B94244B}" type="presParOf" srcId="{994131EF-AFDE-4B88-83E0-7C4106B972F3}" destId="{BB6F128F-E916-4C4E-B384-E4D8C855E927}" srcOrd="3" destOrd="0" presId="urn:microsoft.com/office/officeart/2008/layout/LinedList"/>
    <dgm:cxn modelId="{23B4968C-CD8F-4D1F-AE65-5D784DF166D9}" type="presParOf" srcId="{BB6F128F-E916-4C4E-B384-E4D8C855E927}" destId="{4CB67EE0-3325-4E8A-AF7A-2C4B98D36348}" srcOrd="0" destOrd="0" presId="urn:microsoft.com/office/officeart/2008/layout/LinedList"/>
    <dgm:cxn modelId="{E72931E8-39FB-43FC-95FA-74BE9941BA64}" type="presParOf" srcId="{BB6F128F-E916-4C4E-B384-E4D8C855E927}" destId="{F947DA80-C086-4465-B841-2B8131A60AA7}" srcOrd="1" destOrd="0" presId="urn:microsoft.com/office/officeart/2008/layout/LinedList"/>
    <dgm:cxn modelId="{C6B3DCAA-C5F8-4932-9E80-1B369A859C94}" type="presParOf" srcId="{994131EF-AFDE-4B88-83E0-7C4106B972F3}" destId="{1BDB9C94-8394-49F3-ABE8-908E8FF2F21B}" srcOrd="4" destOrd="0" presId="urn:microsoft.com/office/officeart/2008/layout/LinedList"/>
    <dgm:cxn modelId="{8692A16F-1E6E-4210-8AE7-A4809A98976A}" type="presParOf" srcId="{994131EF-AFDE-4B88-83E0-7C4106B972F3}" destId="{1614AF5E-AF5F-437A-8A9C-CBA377CCE136}" srcOrd="5" destOrd="0" presId="urn:microsoft.com/office/officeart/2008/layout/LinedList"/>
    <dgm:cxn modelId="{0D753A3C-7B4A-46AE-AD44-7E17E35C8C69}" type="presParOf" srcId="{1614AF5E-AF5F-437A-8A9C-CBA377CCE136}" destId="{82786701-1173-48E2-8A51-226AC5570D8F}" srcOrd="0" destOrd="0" presId="urn:microsoft.com/office/officeart/2008/layout/LinedList"/>
    <dgm:cxn modelId="{8A0F23FB-1262-4C40-BDE4-9A459EC20A55}" type="presParOf" srcId="{1614AF5E-AF5F-437A-8A9C-CBA377CCE136}" destId="{E01859FD-6A1E-4018-A4AD-4C203EF0AC98}" srcOrd="1" destOrd="0" presId="urn:microsoft.com/office/officeart/2008/layout/LinedList"/>
    <dgm:cxn modelId="{E3ADA56E-32DE-4274-B06C-696EA7825D91}" type="presParOf" srcId="{994131EF-AFDE-4B88-83E0-7C4106B972F3}" destId="{FEDBE61C-F172-459B-AE3E-DB8A7F307481}" srcOrd="6" destOrd="0" presId="urn:microsoft.com/office/officeart/2008/layout/LinedList"/>
    <dgm:cxn modelId="{9678A449-D796-49C9-B8AD-E79C6C8B6FFB}" type="presParOf" srcId="{994131EF-AFDE-4B88-83E0-7C4106B972F3}" destId="{A3FE262E-5B1D-4B42-930F-D9C720DEF6D1}" srcOrd="7" destOrd="0" presId="urn:microsoft.com/office/officeart/2008/layout/LinedList"/>
    <dgm:cxn modelId="{745E0229-D4DE-4F7D-9D60-BB60F3CC5D70}" type="presParOf" srcId="{A3FE262E-5B1D-4B42-930F-D9C720DEF6D1}" destId="{AE9C45FA-14AE-4DCD-8DF0-2EEF271A2A90}" srcOrd="0" destOrd="0" presId="urn:microsoft.com/office/officeart/2008/layout/LinedList"/>
    <dgm:cxn modelId="{9ABF6408-1D6D-4F2B-A102-8FE63837385A}" type="presParOf" srcId="{A3FE262E-5B1D-4B42-930F-D9C720DEF6D1}" destId="{3F0D89C6-9864-44A0-9FFA-52B988F3742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70F15B-E683-4F6E-9472-10BC3314A01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93B357-61C2-4EF3-BED7-E9842BDEA662}">
      <dgm:prSet/>
      <dgm:spPr/>
      <dgm:t>
        <a:bodyPr/>
        <a:lstStyle/>
        <a:p>
          <a:r>
            <a:rPr lang="da-DK"/>
            <a:t>Tilskuertal kan forudsiges med rimelig præcision ved brug af historiske data</a:t>
          </a:r>
          <a:endParaRPr lang="en-US"/>
        </a:p>
      </dgm:t>
    </dgm:pt>
    <dgm:pt modelId="{6CC38C94-39F9-4F47-8A10-558070660C05}" type="parTrans" cxnId="{13799E10-96D6-472E-8C99-3A7D91D6E578}">
      <dgm:prSet/>
      <dgm:spPr/>
      <dgm:t>
        <a:bodyPr/>
        <a:lstStyle/>
        <a:p>
          <a:endParaRPr lang="en-US"/>
        </a:p>
      </dgm:t>
    </dgm:pt>
    <dgm:pt modelId="{3DBCD126-187E-48E7-B8F7-E9EF3922FD8E}" type="sibTrans" cxnId="{13799E10-96D6-472E-8C99-3A7D91D6E57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A79818C-B941-4CA2-A04D-88CEF548D725}">
      <dgm:prSet/>
      <dgm:spPr/>
      <dgm:t>
        <a:bodyPr/>
        <a:lstStyle/>
        <a:p>
          <a:r>
            <a:rPr lang="da-DK"/>
            <a:t>Præcisionen forbedres markant, jo tætter på kampdagen prognosen udarbejdes</a:t>
          </a:r>
          <a:endParaRPr lang="en-US"/>
        </a:p>
      </dgm:t>
    </dgm:pt>
    <dgm:pt modelId="{665E8800-76AF-404E-B629-870003851838}" type="parTrans" cxnId="{4DB50498-8B6E-4244-8CA6-D92C8BED4742}">
      <dgm:prSet/>
      <dgm:spPr/>
      <dgm:t>
        <a:bodyPr/>
        <a:lstStyle/>
        <a:p>
          <a:endParaRPr lang="en-US"/>
        </a:p>
      </dgm:t>
    </dgm:pt>
    <dgm:pt modelId="{72CBAB4C-CE6D-4A59-B8A1-5B2173042568}" type="sibTrans" cxnId="{4DB50498-8B6E-4244-8CA6-D92C8BED474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5991D6C-7E39-47F8-93AB-3F1FABBFB5D1}">
      <dgm:prSet/>
      <dgm:spPr/>
      <dgm:t>
        <a:bodyPr/>
        <a:lstStyle/>
        <a:p>
          <a:r>
            <a:rPr lang="da-DK"/>
            <a:t>Lasso giver den bedste balance mellem performance, fortolkning og praktisk anvendelse</a:t>
          </a:r>
          <a:endParaRPr lang="en-US"/>
        </a:p>
      </dgm:t>
    </dgm:pt>
    <dgm:pt modelId="{4C11D4A0-76E2-4ABF-A3D6-811A80DBA43B}" type="parTrans" cxnId="{5A7E0C74-D494-40EE-B0E4-B141021C992C}">
      <dgm:prSet/>
      <dgm:spPr/>
      <dgm:t>
        <a:bodyPr/>
        <a:lstStyle/>
        <a:p>
          <a:endParaRPr lang="en-US"/>
        </a:p>
      </dgm:t>
    </dgm:pt>
    <dgm:pt modelId="{3B1DF03C-D98A-4690-82FC-89B82BC9D1D3}" type="sibTrans" cxnId="{5A7E0C74-D494-40EE-B0E4-B141021C992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EAD6890-2740-4532-AF16-E11A533C5272}">
      <dgm:prSet/>
      <dgm:spPr/>
      <dgm:t>
        <a:bodyPr/>
        <a:lstStyle/>
        <a:p>
          <a:r>
            <a:rPr lang="da-DK"/>
            <a:t>Modellen ikke er en garanti, men et værktøj til at understøtte bedre beslutninger</a:t>
          </a:r>
          <a:endParaRPr lang="en-US"/>
        </a:p>
      </dgm:t>
    </dgm:pt>
    <dgm:pt modelId="{EC2BBC70-7172-49DF-A693-15438E55B283}" type="parTrans" cxnId="{BFA67ED5-5FB6-4016-9CEC-7E5B402FED88}">
      <dgm:prSet/>
      <dgm:spPr/>
      <dgm:t>
        <a:bodyPr/>
        <a:lstStyle/>
        <a:p>
          <a:endParaRPr lang="en-US"/>
        </a:p>
      </dgm:t>
    </dgm:pt>
    <dgm:pt modelId="{3F5E8D8E-2D11-425B-936E-47D60E4AE8D5}" type="sibTrans" cxnId="{BFA67ED5-5FB6-4016-9CEC-7E5B402FED8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52C4E664-EA2E-4AEF-ACF1-AEF08B72D3A0}" type="pres">
      <dgm:prSet presAssocID="{3F70F15B-E683-4F6E-9472-10BC3314A01B}" presName="Name0" presStyleCnt="0">
        <dgm:presLayoutVars>
          <dgm:animLvl val="lvl"/>
          <dgm:resizeHandles val="exact"/>
        </dgm:presLayoutVars>
      </dgm:prSet>
      <dgm:spPr/>
    </dgm:pt>
    <dgm:pt modelId="{6D7BD16B-35ED-4B7A-8145-767A5A94CD22}" type="pres">
      <dgm:prSet presAssocID="{9B93B357-61C2-4EF3-BED7-E9842BDEA662}" presName="compositeNode" presStyleCnt="0">
        <dgm:presLayoutVars>
          <dgm:bulletEnabled val="1"/>
        </dgm:presLayoutVars>
      </dgm:prSet>
      <dgm:spPr/>
    </dgm:pt>
    <dgm:pt modelId="{CFF147A4-2FDD-4412-955B-7978861DD16F}" type="pres">
      <dgm:prSet presAssocID="{9B93B357-61C2-4EF3-BED7-E9842BDEA662}" presName="bgRect" presStyleLbl="alignNode1" presStyleIdx="0" presStyleCnt="4"/>
      <dgm:spPr/>
    </dgm:pt>
    <dgm:pt modelId="{8E1B69B6-BC7D-47A6-83A3-DF34847D03D6}" type="pres">
      <dgm:prSet presAssocID="{3DBCD126-187E-48E7-B8F7-E9EF3922FD8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CC1AABB-F5B9-4A20-9B15-8382410C6FFB}" type="pres">
      <dgm:prSet presAssocID="{9B93B357-61C2-4EF3-BED7-E9842BDEA662}" presName="nodeRect" presStyleLbl="alignNode1" presStyleIdx="0" presStyleCnt="4">
        <dgm:presLayoutVars>
          <dgm:bulletEnabled val="1"/>
        </dgm:presLayoutVars>
      </dgm:prSet>
      <dgm:spPr/>
    </dgm:pt>
    <dgm:pt modelId="{0C685328-D466-405A-A080-286723D0A0B6}" type="pres">
      <dgm:prSet presAssocID="{3DBCD126-187E-48E7-B8F7-E9EF3922FD8E}" presName="sibTrans" presStyleCnt="0"/>
      <dgm:spPr/>
    </dgm:pt>
    <dgm:pt modelId="{3B501797-03AB-46E9-8527-6F0CE9D58736}" type="pres">
      <dgm:prSet presAssocID="{1A79818C-B941-4CA2-A04D-88CEF548D725}" presName="compositeNode" presStyleCnt="0">
        <dgm:presLayoutVars>
          <dgm:bulletEnabled val="1"/>
        </dgm:presLayoutVars>
      </dgm:prSet>
      <dgm:spPr/>
    </dgm:pt>
    <dgm:pt modelId="{50A1552C-B044-4E20-950B-FFA24288EA55}" type="pres">
      <dgm:prSet presAssocID="{1A79818C-B941-4CA2-A04D-88CEF548D725}" presName="bgRect" presStyleLbl="alignNode1" presStyleIdx="1" presStyleCnt="4"/>
      <dgm:spPr/>
    </dgm:pt>
    <dgm:pt modelId="{88E3445B-1A6C-4426-B755-EE50BE69C211}" type="pres">
      <dgm:prSet presAssocID="{72CBAB4C-CE6D-4A59-B8A1-5B217304256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87BA8497-81BA-46C8-ADA6-F899A1F824A6}" type="pres">
      <dgm:prSet presAssocID="{1A79818C-B941-4CA2-A04D-88CEF548D725}" presName="nodeRect" presStyleLbl="alignNode1" presStyleIdx="1" presStyleCnt="4">
        <dgm:presLayoutVars>
          <dgm:bulletEnabled val="1"/>
        </dgm:presLayoutVars>
      </dgm:prSet>
      <dgm:spPr/>
    </dgm:pt>
    <dgm:pt modelId="{E910F554-8C2D-4802-83ED-50B9A4FBC910}" type="pres">
      <dgm:prSet presAssocID="{72CBAB4C-CE6D-4A59-B8A1-5B2173042568}" presName="sibTrans" presStyleCnt="0"/>
      <dgm:spPr/>
    </dgm:pt>
    <dgm:pt modelId="{EA6450CD-2708-4D35-BA7A-CB718187A9E7}" type="pres">
      <dgm:prSet presAssocID="{95991D6C-7E39-47F8-93AB-3F1FABBFB5D1}" presName="compositeNode" presStyleCnt="0">
        <dgm:presLayoutVars>
          <dgm:bulletEnabled val="1"/>
        </dgm:presLayoutVars>
      </dgm:prSet>
      <dgm:spPr/>
    </dgm:pt>
    <dgm:pt modelId="{DB23F6D8-F606-4F8A-9779-361F6006F525}" type="pres">
      <dgm:prSet presAssocID="{95991D6C-7E39-47F8-93AB-3F1FABBFB5D1}" presName="bgRect" presStyleLbl="alignNode1" presStyleIdx="2" presStyleCnt="4"/>
      <dgm:spPr/>
    </dgm:pt>
    <dgm:pt modelId="{1F96A137-83B0-4605-812B-A94CEF2154F5}" type="pres">
      <dgm:prSet presAssocID="{3B1DF03C-D98A-4690-82FC-89B82BC9D1D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6F992CF-1B19-4939-AB5B-BC9FD2E8F223}" type="pres">
      <dgm:prSet presAssocID="{95991D6C-7E39-47F8-93AB-3F1FABBFB5D1}" presName="nodeRect" presStyleLbl="alignNode1" presStyleIdx="2" presStyleCnt="4">
        <dgm:presLayoutVars>
          <dgm:bulletEnabled val="1"/>
        </dgm:presLayoutVars>
      </dgm:prSet>
      <dgm:spPr/>
    </dgm:pt>
    <dgm:pt modelId="{36C6D27C-052E-48C2-96E3-5B89256F7CA6}" type="pres">
      <dgm:prSet presAssocID="{3B1DF03C-D98A-4690-82FC-89B82BC9D1D3}" presName="sibTrans" presStyleCnt="0"/>
      <dgm:spPr/>
    </dgm:pt>
    <dgm:pt modelId="{9CF02F39-FEFA-4209-BB06-7F3BA7F52ED1}" type="pres">
      <dgm:prSet presAssocID="{CEAD6890-2740-4532-AF16-E11A533C5272}" presName="compositeNode" presStyleCnt="0">
        <dgm:presLayoutVars>
          <dgm:bulletEnabled val="1"/>
        </dgm:presLayoutVars>
      </dgm:prSet>
      <dgm:spPr/>
    </dgm:pt>
    <dgm:pt modelId="{EB39D437-E8A8-4A33-B035-F60626489AC1}" type="pres">
      <dgm:prSet presAssocID="{CEAD6890-2740-4532-AF16-E11A533C5272}" presName="bgRect" presStyleLbl="alignNode1" presStyleIdx="3" presStyleCnt="4"/>
      <dgm:spPr/>
    </dgm:pt>
    <dgm:pt modelId="{706D298A-3F17-4D41-A296-93A818293A56}" type="pres">
      <dgm:prSet presAssocID="{3F5E8D8E-2D11-425B-936E-47D60E4AE8D5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4F624369-CD42-4DE3-91AA-CB3B17A8DE5C}" type="pres">
      <dgm:prSet presAssocID="{CEAD6890-2740-4532-AF16-E11A533C5272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13799E10-96D6-472E-8C99-3A7D91D6E578}" srcId="{3F70F15B-E683-4F6E-9472-10BC3314A01B}" destId="{9B93B357-61C2-4EF3-BED7-E9842BDEA662}" srcOrd="0" destOrd="0" parTransId="{6CC38C94-39F9-4F47-8A10-558070660C05}" sibTransId="{3DBCD126-187E-48E7-B8F7-E9EF3922FD8E}"/>
    <dgm:cxn modelId="{88B0CA11-6434-4320-8238-8917CA67E016}" type="presOf" srcId="{1A79818C-B941-4CA2-A04D-88CEF548D725}" destId="{50A1552C-B044-4E20-950B-FFA24288EA55}" srcOrd="0" destOrd="0" presId="urn:microsoft.com/office/officeart/2016/7/layout/LinearBlockProcessNumbered"/>
    <dgm:cxn modelId="{7B86A029-9A7B-4542-A51B-D32AE984D759}" type="presOf" srcId="{CEAD6890-2740-4532-AF16-E11A533C5272}" destId="{EB39D437-E8A8-4A33-B035-F60626489AC1}" srcOrd="0" destOrd="0" presId="urn:microsoft.com/office/officeart/2016/7/layout/LinearBlockProcessNumbered"/>
    <dgm:cxn modelId="{E576FC6F-0D03-4CDA-8F35-8B8DDE63DF09}" type="presOf" srcId="{3F70F15B-E683-4F6E-9472-10BC3314A01B}" destId="{52C4E664-EA2E-4AEF-ACF1-AEF08B72D3A0}" srcOrd="0" destOrd="0" presId="urn:microsoft.com/office/officeart/2016/7/layout/LinearBlockProcessNumbered"/>
    <dgm:cxn modelId="{5A7E0C74-D494-40EE-B0E4-B141021C992C}" srcId="{3F70F15B-E683-4F6E-9472-10BC3314A01B}" destId="{95991D6C-7E39-47F8-93AB-3F1FABBFB5D1}" srcOrd="2" destOrd="0" parTransId="{4C11D4A0-76E2-4ABF-A3D6-811A80DBA43B}" sibTransId="{3B1DF03C-D98A-4690-82FC-89B82BC9D1D3}"/>
    <dgm:cxn modelId="{EE36EB77-ADC0-45F0-8C55-539BE7D85668}" type="presOf" srcId="{95991D6C-7E39-47F8-93AB-3F1FABBFB5D1}" destId="{DB23F6D8-F606-4F8A-9779-361F6006F525}" srcOrd="0" destOrd="0" presId="urn:microsoft.com/office/officeart/2016/7/layout/LinearBlockProcessNumbered"/>
    <dgm:cxn modelId="{03CA657C-CF6B-4253-BD2F-9FEDF598E23F}" type="presOf" srcId="{CEAD6890-2740-4532-AF16-E11A533C5272}" destId="{4F624369-CD42-4DE3-91AA-CB3B17A8DE5C}" srcOrd="1" destOrd="0" presId="urn:microsoft.com/office/officeart/2016/7/layout/LinearBlockProcessNumbered"/>
    <dgm:cxn modelId="{ED248295-420E-4591-BA43-6ABF9389AAA0}" type="presOf" srcId="{3B1DF03C-D98A-4690-82FC-89B82BC9D1D3}" destId="{1F96A137-83B0-4605-812B-A94CEF2154F5}" srcOrd="0" destOrd="0" presId="urn:microsoft.com/office/officeart/2016/7/layout/LinearBlockProcessNumbered"/>
    <dgm:cxn modelId="{4DB50498-8B6E-4244-8CA6-D92C8BED4742}" srcId="{3F70F15B-E683-4F6E-9472-10BC3314A01B}" destId="{1A79818C-B941-4CA2-A04D-88CEF548D725}" srcOrd="1" destOrd="0" parTransId="{665E8800-76AF-404E-B629-870003851838}" sibTransId="{72CBAB4C-CE6D-4A59-B8A1-5B2173042568}"/>
    <dgm:cxn modelId="{2A201BA0-0082-4928-B694-EE6CE6A378AE}" type="presOf" srcId="{72CBAB4C-CE6D-4A59-B8A1-5B2173042568}" destId="{88E3445B-1A6C-4426-B755-EE50BE69C211}" srcOrd="0" destOrd="0" presId="urn:microsoft.com/office/officeart/2016/7/layout/LinearBlockProcessNumbered"/>
    <dgm:cxn modelId="{F8232BB0-0F8B-4C5E-9508-9410D7553821}" type="presOf" srcId="{3F5E8D8E-2D11-425B-936E-47D60E4AE8D5}" destId="{706D298A-3F17-4D41-A296-93A818293A56}" srcOrd="0" destOrd="0" presId="urn:microsoft.com/office/officeart/2016/7/layout/LinearBlockProcessNumbered"/>
    <dgm:cxn modelId="{C91E56B3-47BC-4CB0-A0CF-BD2BA4727614}" type="presOf" srcId="{1A79818C-B941-4CA2-A04D-88CEF548D725}" destId="{87BA8497-81BA-46C8-ADA6-F899A1F824A6}" srcOrd="1" destOrd="0" presId="urn:microsoft.com/office/officeart/2016/7/layout/LinearBlockProcessNumbered"/>
    <dgm:cxn modelId="{A2B996B3-FCCE-446D-A275-74F3E9490E35}" type="presOf" srcId="{9B93B357-61C2-4EF3-BED7-E9842BDEA662}" destId="{CFF147A4-2FDD-4412-955B-7978861DD16F}" srcOrd="0" destOrd="0" presId="urn:microsoft.com/office/officeart/2016/7/layout/LinearBlockProcessNumbered"/>
    <dgm:cxn modelId="{2AD110C1-24CD-40FD-A36D-B570F7AD816D}" type="presOf" srcId="{95991D6C-7E39-47F8-93AB-3F1FABBFB5D1}" destId="{86F992CF-1B19-4939-AB5B-BC9FD2E8F223}" srcOrd="1" destOrd="0" presId="urn:microsoft.com/office/officeart/2016/7/layout/LinearBlockProcessNumbered"/>
    <dgm:cxn modelId="{BFA67ED5-5FB6-4016-9CEC-7E5B402FED88}" srcId="{3F70F15B-E683-4F6E-9472-10BC3314A01B}" destId="{CEAD6890-2740-4532-AF16-E11A533C5272}" srcOrd="3" destOrd="0" parTransId="{EC2BBC70-7172-49DF-A693-15438E55B283}" sibTransId="{3F5E8D8E-2D11-425B-936E-47D60E4AE8D5}"/>
    <dgm:cxn modelId="{5904DBE7-7699-44DE-8577-C2B5DF13E6EE}" type="presOf" srcId="{3DBCD126-187E-48E7-B8F7-E9EF3922FD8E}" destId="{8E1B69B6-BC7D-47A6-83A3-DF34847D03D6}" srcOrd="0" destOrd="0" presId="urn:microsoft.com/office/officeart/2016/7/layout/LinearBlockProcessNumbered"/>
    <dgm:cxn modelId="{0BF4C6EC-C338-4F8E-B18A-6C1617CB71B2}" type="presOf" srcId="{9B93B357-61C2-4EF3-BED7-E9842BDEA662}" destId="{1CC1AABB-F5B9-4A20-9B15-8382410C6FFB}" srcOrd="1" destOrd="0" presId="urn:microsoft.com/office/officeart/2016/7/layout/LinearBlockProcessNumbered"/>
    <dgm:cxn modelId="{53295147-09C7-4C17-8CCD-EB3D8EEBE6FC}" type="presParOf" srcId="{52C4E664-EA2E-4AEF-ACF1-AEF08B72D3A0}" destId="{6D7BD16B-35ED-4B7A-8145-767A5A94CD22}" srcOrd="0" destOrd="0" presId="urn:microsoft.com/office/officeart/2016/7/layout/LinearBlockProcessNumbered"/>
    <dgm:cxn modelId="{748D82F1-9E54-45E5-A0E5-0C411B308195}" type="presParOf" srcId="{6D7BD16B-35ED-4B7A-8145-767A5A94CD22}" destId="{CFF147A4-2FDD-4412-955B-7978861DD16F}" srcOrd="0" destOrd="0" presId="urn:microsoft.com/office/officeart/2016/7/layout/LinearBlockProcessNumbered"/>
    <dgm:cxn modelId="{B5D1C59C-7707-46DA-8F39-B6317E70BF17}" type="presParOf" srcId="{6D7BD16B-35ED-4B7A-8145-767A5A94CD22}" destId="{8E1B69B6-BC7D-47A6-83A3-DF34847D03D6}" srcOrd="1" destOrd="0" presId="urn:microsoft.com/office/officeart/2016/7/layout/LinearBlockProcessNumbered"/>
    <dgm:cxn modelId="{1574037D-B947-46D7-BFE0-E6927963CD98}" type="presParOf" srcId="{6D7BD16B-35ED-4B7A-8145-767A5A94CD22}" destId="{1CC1AABB-F5B9-4A20-9B15-8382410C6FFB}" srcOrd="2" destOrd="0" presId="urn:microsoft.com/office/officeart/2016/7/layout/LinearBlockProcessNumbered"/>
    <dgm:cxn modelId="{246D36DC-4FB2-457A-9305-D6D76AD05567}" type="presParOf" srcId="{52C4E664-EA2E-4AEF-ACF1-AEF08B72D3A0}" destId="{0C685328-D466-405A-A080-286723D0A0B6}" srcOrd="1" destOrd="0" presId="urn:microsoft.com/office/officeart/2016/7/layout/LinearBlockProcessNumbered"/>
    <dgm:cxn modelId="{9ABFF374-E9C3-4E12-B631-3E5BCA088F63}" type="presParOf" srcId="{52C4E664-EA2E-4AEF-ACF1-AEF08B72D3A0}" destId="{3B501797-03AB-46E9-8527-6F0CE9D58736}" srcOrd="2" destOrd="0" presId="urn:microsoft.com/office/officeart/2016/7/layout/LinearBlockProcessNumbered"/>
    <dgm:cxn modelId="{F5720709-04B4-45AF-9361-0458C41919DB}" type="presParOf" srcId="{3B501797-03AB-46E9-8527-6F0CE9D58736}" destId="{50A1552C-B044-4E20-950B-FFA24288EA55}" srcOrd="0" destOrd="0" presId="urn:microsoft.com/office/officeart/2016/7/layout/LinearBlockProcessNumbered"/>
    <dgm:cxn modelId="{4366F614-A3E6-476E-BBC6-A9A983CB2603}" type="presParOf" srcId="{3B501797-03AB-46E9-8527-6F0CE9D58736}" destId="{88E3445B-1A6C-4426-B755-EE50BE69C211}" srcOrd="1" destOrd="0" presId="urn:microsoft.com/office/officeart/2016/7/layout/LinearBlockProcessNumbered"/>
    <dgm:cxn modelId="{6E3DC346-1DB4-4171-AB93-5E05920A462B}" type="presParOf" srcId="{3B501797-03AB-46E9-8527-6F0CE9D58736}" destId="{87BA8497-81BA-46C8-ADA6-F899A1F824A6}" srcOrd="2" destOrd="0" presId="urn:microsoft.com/office/officeart/2016/7/layout/LinearBlockProcessNumbered"/>
    <dgm:cxn modelId="{0641ABC4-BFB4-46BC-8BE8-C20F2B2CB529}" type="presParOf" srcId="{52C4E664-EA2E-4AEF-ACF1-AEF08B72D3A0}" destId="{E910F554-8C2D-4802-83ED-50B9A4FBC910}" srcOrd="3" destOrd="0" presId="urn:microsoft.com/office/officeart/2016/7/layout/LinearBlockProcessNumbered"/>
    <dgm:cxn modelId="{29D20E35-544A-40BA-909E-8AF0F9C40EAB}" type="presParOf" srcId="{52C4E664-EA2E-4AEF-ACF1-AEF08B72D3A0}" destId="{EA6450CD-2708-4D35-BA7A-CB718187A9E7}" srcOrd="4" destOrd="0" presId="urn:microsoft.com/office/officeart/2016/7/layout/LinearBlockProcessNumbered"/>
    <dgm:cxn modelId="{42F1138C-0F62-4F79-A518-2CAD05EFFDCA}" type="presParOf" srcId="{EA6450CD-2708-4D35-BA7A-CB718187A9E7}" destId="{DB23F6D8-F606-4F8A-9779-361F6006F525}" srcOrd="0" destOrd="0" presId="urn:microsoft.com/office/officeart/2016/7/layout/LinearBlockProcessNumbered"/>
    <dgm:cxn modelId="{A5745297-50D8-44DF-8DD6-29B9AB6F4482}" type="presParOf" srcId="{EA6450CD-2708-4D35-BA7A-CB718187A9E7}" destId="{1F96A137-83B0-4605-812B-A94CEF2154F5}" srcOrd="1" destOrd="0" presId="urn:microsoft.com/office/officeart/2016/7/layout/LinearBlockProcessNumbered"/>
    <dgm:cxn modelId="{185A0D33-FBCE-4078-A271-9DE8430ED6AF}" type="presParOf" srcId="{EA6450CD-2708-4D35-BA7A-CB718187A9E7}" destId="{86F992CF-1B19-4939-AB5B-BC9FD2E8F223}" srcOrd="2" destOrd="0" presId="urn:microsoft.com/office/officeart/2016/7/layout/LinearBlockProcessNumbered"/>
    <dgm:cxn modelId="{40D15BFB-AD9B-42CB-A5D4-EF363B80E143}" type="presParOf" srcId="{52C4E664-EA2E-4AEF-ACF1-AEF08B72D3A0}" destId="{36C6D27C-052E-48C2-96E3-5B89256F7CA6}" srcOrd="5" destOrd="0" presId="urn:microsoft.com/office/officeart/2016/7/layout/LinearBlockProcessNumbered"/>
    <dgm:cxn modelId="{99978CCF-2D11-49EB-8E43-AC17A373A53E}" type="presParOf" srcId="{52C4E664-EA2E-4AEF-ACF1-AEF08B72D3A0}" destId="{9CF02F39-FEFA-4209-BB06-7F3BA7F52ED1}" srcOrd="6" destOrd="0" presId="urn:microsoft.com/office/officeart/2016/7/layout/LinearBlockProcessNumbered"/>
    <dgm:cxn modelId="{0B4C8122-6F04-43A1-9E83-57BB44EE57C5}" type="presParOf" srcId="{9CF02F39-FEFA-4209-BB06-7F3BA7F52ED1}" destId="{EB39D437-E8A8-4A33-B035-F60626489AC1}" srcOrd="0" destOrd="0" presId="urn:microsoft.com/office/officeart/2016/7/layout/LinearBlockProcessNumbered"/>
    <dgm:cxn modelId="{3815BCA9-216F-429E-B632-2CF08A5141B0}" type="presParOf" srcId="{9CF02F39-FEFA-4209-BB06-7F3BA7F52ED1}" destId="{706D298A-3F17-4D41-A296-93A818293A56}" srcOrd="1" destOrd="0" presId="urn:microsoft.com/office/officeart/2016/7/layout/LinearBlockProcessNumbered"/>
    <dgm:cxn modelId="{ACF5CDCC-AC33-498A-AEC1-3D109B4C587D}" type="presParOf" srcId="{9CF02F39-FEFA-4209-BB06-7F3BA7F52ED1}" destId="{4F624369-CD42-4DE3-91AA-CB3B17A8DE5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B379DA-1ECA-47E2-959D-E0592B60AA2C}">
      <dsp:nvSpPr>
        <dsp:cNvPr id="0" name=""/>
        <dsp:cNvSpPr/>
      </dsp:nvSpPr>
      <dsp:spPr>
        <a:xfrm>
          <a:off x="0" y="0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3C6EB16-12B0-4B01-9733-0D51AB09A63E}">
      <dsp:nvSpPr>
        <dsp:cNvPr id="0" name=""/>
        <dsp:cNvSpPr/>
      </dsp:nvSpPr>
      <dsp:spPr>
        <a:xfrm>
          <a:off x="0" y="0"/>
          <a:ext cx="953189" cy="335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0"/>
        <a:ext cx="953189" cy="3353476"/>
      </dsp:txXfrm>
    </dsp:sp>
    <dsp:sp modelId="{B3E90BEE-AE53-4DBB-AEF4-93C534D0AFDF}">
      <dsp:nvSpPr>
        <dsp:cNvPr id="0" name=""/>
        <dsp:cNvSpPr/>
      </dsp:nvSpPr>
      <dsp:spPr>
        <a:xfrm>
          <a:off x="1024679" y="77942"/>
          <a:ext cx="3741269" cy="1558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 dirty="0"/>
            <a:t>Fejlen falder markant tættere </a:t>
          </a:r>
          <a:r>
            <a:rPr lang="da-DK" sz="3100" kern="1200"/>
            <a:t>på kampdagen</a:t>
          </a:r>
          <a:endParaRPr lang="en-US" sz="3100" kern="1200" dirty="0"/>
        </a:p>
      </dsp:txBody>
      <dsp:txXfrm>
        <a:off x="1024679" y="77942"/>
        <a:ext cx="3741269" cy="1558842"/>
      </dsp:txXfrm>
    </dsp:sp>
    <dsp:sp modelId="{52541029-4538-465C-99DD-D1E07B48EC6F}">
      <dsp:nvSpPr>
        <dsp:cNvPr id="0" name=""/>
        <dsp:cNvSpPr/>
      </dsp:nvSpPr>
      <dsp:spPr>
        <a:xfrm>
          <a:off x="953189" y="1636784"/>
          <a:ext cx="3812759" cy="0"/>
        </a:xfrm>
        <a:prstGeom prst="line">
          <a:avLst/>
        </a:prstGeom>
        <a:noFill/>
        <a:ln w="127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C0BDE2B7-97E8-4F50-BC87-251710E3DD10}">
      <dsp:nvSpPr>
        <dsp:cNvPr id="0" name=""/>
        <dsp:cNvSpPr/>
      </dsp:nvSpPr>
      <dsp:spPr>
        <a:xfrm>
          <a:off x="1024679" y="1714726"/>
          <a:ext cx="3741269" cy="1558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Regulariserede</a:t>
          </a:r>
          <a:r>
            <a:rPr lang="en-US" sz="3100" kern="1200" dirty="0"/>
            <a:t> modeler </a:t>
          </a:r>
          <a:r>
            <a:rPr lang="en-US" sz="3100" kern="1200" dirty="0" err="1"/>
            <a:t>performere</a:t>
          </a:r>
          <a:r>
            <a:rPr lang="en-US" sz="3100" kern="1200" dirty="0"/>
            <a:t> </a:t>
          </a:r>
          <a:r>
            <a:rPr lang="en-US" sz="3100" kern="1200" dirty="0" err="1"/>
            <a:t>bedst</a:t>
          </a:r>
          <a:endParaRPr lang="en-US" sz="3100" kern="1200" dirty="0"/>
        </a:p>
      </dsp:txBody>
      <dsp:txXfrm>
        <a:off x="1024679" y="1714726"/>
        <a:ext cx="3741269" cy="1558842"/>
      </dsp:txXfrm>
    </dsp:sp>
    <dsp:sp modelId="{57D573DA-2402-4F29-AB2D-16FCECEBD656}">
      <dsp:nvSpPr>
        <dsp:cNvPr id="0" name=""/>
        <dsp:cNvSpPr/>
      </dsp:nvSpPr>
      <dsp:spPr>
        <a:xfrm>
          <a:off x="953189" y="3273568"/>
          <a:ext cx="3812759" cy="0"/>
        </a:xfrm>
        <a:prstGeom prst="line">
          <a:avLst/>
        </a:prstGeom>
        <a:noFill/>
        <a:ln w="1270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A1231-2B52-424E-84CF-9D5ECC232E26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17881-1D54-494B-935A-CDA68E94289C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100" kern="1200"/>
            <a:t>Lav RMSE på tværs af tidshorisonter</a:t>
          </a:r>
          <a:endParaRPr lang="en-US" sz="5100" kern="1200"/>
        </a:p>
      </dsp:txBody>
      <dsp:txXfrm>
        <a:off x="0" y="2124"/>
        <a:ext cx="10515600" cy="1449029"/>
      </dsp:txXfrm>
    </dsp:sp>
    <dsp:sp modelId="{595695E6-02E3-4097-8CF7-12F26A35DD4E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AB3A4-CD3E-4CEA-8582-6F21A7855126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100" kern="1200"/>
            <a:t>Automatisk variabeludvælgelse</a:t>
          </a:r>
          <a:endParaRPr lang="en-US" sz="5100" kern="1200"/>
        </a:p>
      </dsp:txBody>
      <dsp:txXfrm>
        <a:off x="0" y="1451154"/>
        <a:ext cx="10515600" cy="1449029"/>
      </dsp:txXfrm>
    </dsp:sp>
    <dsp:sp modelId="{9590E3CE-7678-4487-BDCD-8125A36A2060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D4193-633D-476B-99E5-5C5EFA3E5253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100" kern="1200"/>
            <a:t>Reducerer risiko for overfitting</a:t>
          </a:r>
          <a:endParaRPr lang="en-US" sz="5100" kern="1200"/>
        </a:p>
      </dsp:txBody>
      <dsp:txXfrm>
        <a:off x="0" y="2900183"/>
        <a:ext cx="10515600" cy="14490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EF59B-9978-4205-A34D-124226F8ADDC}">
      <dsp:nvSpPr>
        <dsp:cNvPr id="0" name=""/>
        <dsp:cNvSpPr/>
      </dsp:nvSpPr>
      <dsp:spPr>
        <a:xfrm>
          <a:off x="0" y="1637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2B10A7-F1D6-4B07-A384-2CE69C07C814}">
      <dsp:nvSpPr>
        <dsp:cNvPr id="0" name=""/>
        <dsp:cNvSpPr/>
      </dsp:nvSpPr>
      <dsp:spPr>
        <a:xfrm>
          <a:off x="0" y="1637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Solgte biletter 3,7,10 dage før kamp</a:t>
          </a:r>
          <a:endParaRPr lang="en-US" sz="3100" kern="1200"/>
        </a:p>
      </dsp:txBody>
      <dsp:txXfrm>
        <a:off x="0" y="1637"/>
        <a:ext cx="4765949" cy="1116733"/>
      </dsp:txXfrm>
    </dsp:sp>
    <dsp:sp modelId="{FB6E1C0E-9E19-4AFD-8D5C-07CD3FE26516}">
      <dsp:nvSpPr>
        <dsp:cNvPr id="0" name=""/>
        <dsp:cNvSpPr/>
      </dsp:nvSpPr>
      <dsp:spPr>
        <a:xfrm>
          <a:off x="0" y="1118371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559797-CDEB-41F8-8B6D-6605A28F4106}">
      <dsp:nvSpPr>
        <dsp:cNvPr id="0" name=""/>
        <dsp:cNvSpPr/>
      </dsp:nvSpPr>
      <dsp:spPr>
        <a:xfrm>
          <a:off x="0" y="1118371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Kampkategori og modstander</a:t>
          </a:r>
          <a:endParaRPr lang="en-US" sz="3100" kern="1200"/>
        </a:p>
      </dsp:txBody>
      <dsp:txXfrm>
        <a:off x="0" y="1118371"/>
        <a:ext cx="4765949" cy="1116733"/>
      </dsp:txXfrm>
    </dsp:sp>
    <dsp:sp modelId="{AFD54008-ECA4-4C69-A8F8-70DEE30E99BD}">
      <dsp:nvSpPr>
        <dsp:cNvPr id="0" name=""/>
        <dsp:cNvSpPr/>
      </dsp:nvSpPr>
      <dsp:spPr>
        <a:xfrm>
          <a:off x="0" y="2235104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854CCA-8EB0-4C64-92AB-39C4E3005A29}">
      <dsp:nvSpPr>
        <dsp:cNvPr id="0" name=""/>
        <dsp:cNvSpPr/>
      </dsp:nvSpPr>
      <dsp:spPr>
        <a:xfrm>
          <a:off x="0" y="2235104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Vejr har begrænset betydning i denne kontekst</a:t>
          </a:r>
          <a:endParaRPr lang="en-US" sz="3100" kern="1200"/>
        </a:p>
      </dsp:txBody>
      <dsp:txXfrm>
        <a:off x="0" y="2235104"/>
        <a:ext cx="4765949" cy="11167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D8DD0-C3F9-418B-B11A-6251EE33EBF1}">
      <dsp:nvSpPr>
        <dsp:cNvPr id="0" name=""/>
        <dsp:cNvSpPr/>
      </dsp:nvSpPr>
      <dsp:spPr>
        <a:xfrm>
          <a:off x="0" y="39964"/>
          <a:ext cx="4646905" cy="10740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kern="1200"/>
            <a:t>Hvordan kan modellen bruges?</a:t>
          </a:r>
          <a:endParaRPr lang="en-US" sz="2700" kern="1200"/>
        </a:p>
      </dsp:txBody>
      <dsp:txXfrm>
        <a:off x="52431" y="92395"/>
        <a:ext cx="4542043" cy="969198"/>
      </dsp:txXfrm>
    </dsp:sp>
    <dsp:sp modelId="{D30633D6-3912-45D5-B04E-7C237A06234F}">
      <dsp:nvSpPr>
        <dsp:cNvPr id="0" name=""/>
        <dsp:cNvSpPr/>
      </dsp:nvSpPr>
      <dsp:spPr>
        <a:xfrm>
          <a:off x="0" y="1114024"/>
          <a:ext cx="4646905" cy="245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539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2 måneder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 dirty="0"/>
            <a:t>Grov planlægning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10/7 dage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/>
            <a:t>Justering af bemanding og drift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3 dage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/>
            <a:t>Næsten endelig kapacitetsvurdering</a:t>
          </a:r>
          <a:endParaRPr lang="en-US" sz="2100" kern="1200"/>
        </a:p>
      </dsp:txBody>
      <dsp:txXfrm>
        <a:off x="0" y="1114024"/>
        <a:ext cx="4646905" cy="24591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911C2-D1D0-42D6-AECF-16A26616041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953B3-2FE6-4FF3-817A-EF43D4E2FB5F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100" kern="1200"/>
            <a:t>Begrænset datamængde</a:t>
          </a:r>
          <a:endParaRPr lang="en-US" sz="4100" kern="1200"/>
        </a:p>
      </dsp:txBody>
      <dsp:txXfrm>
        <a:off x="0" y="0"/>
        <a:ext cx="10515600" cy="1087834"/>
      </dsp:txXfrm>
    </dsp:sp>
    <dsp:sp modelId="{ED57D95A-CF33-4C22-818E-4DECECE859F7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7EE0-3325-4E8A-AF7A-2C4B98D36348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100" kern="1200" dirty="0"/>
            <a:t>Ændringer i sæsonstruktur over tid</a:t>
          </a:r>
          <a:endParaRPr lang="en-US" sz="4100" kern="1200" dirty="0"/>
        </a:p>
      </dsp:txBody>
      <dsp:txXfrm>
        <a:off x="0" y="1087834"/>
        <a:ext cx="10515600" cy="1087834"/>
      </dsp:txXfrm>
    </dsp:sp>
    <dsp:sp modelId="{1BDB9C94-8394-49F3-ABE8-908E8FF2F21B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86701-1173-48E2-8A51-226AC5570D8F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Data governance er </a:t>
          </a:r>
          <a:r>
            <a:rPr lang="en-US" sz="4100" kern="1200" dirty="0" err="1"/>
            <a:t>en</a:t>
          </a:r>
          <a:r>
            <a:rPr lang="en-US" sz="4100" kern="1200" dirty="0"/>
            <a:t> </a:t>
          </a:r>
          <a:r>
            <a:rPr lang="en-US" sz="4100" kern="1200" dirty="0" err="1"/>
            <a:t>forudsætning</a:t>
          </a:r>
          <a:r>
            <a:rPr lang="en-US" sz="4100" kern="1200" dirty="0"/>
            <a:t> for drift</a:t>
          </a:r>
        </a:p>
      </dsp:txBody>
      <dsp:txXfrm>
        <a:off x="0" y="2175669"/>
        <a:ext cx="10515600" cy="1087834"/>
      </dsp:txXfrm>
    </dsp:sp>
    <dsp:sp modelId="{FEDBE61C-F172-459B-AE3E-DB8A7F307481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C45FA-14AE-4DCD-8DF0-2EEF271A2A90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100" kern="1200"/>
            <a:t>Modellen er beslutningsstøtte ikke en garanti</a:t>
          </a:r>
          <a:endParaRPr lang="en-US" sz="4100" kern="1200"/>
        </a:p>
      </dsp:txBody>
      <dsp:txXfrm>
        <a:off x="0" y="3263503"/>
        <a:ext cx="10515600" cy="10878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147A4-2FDD-4412-955B-7978861DD16F}">
      <dsp:nvSpPr>
        <dsp:cNvPr id="0" name=""/>
        <dsp:cNvSpPr/>
      </dsp:nvSpPr>
      <dsp:spPr>
        <a:xfrm>
          <a:off x="205" y="688273"/>
          <a:ext cx="2479997" cy="29759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Tilskuertal kan forudsiges med rimelig præcision ved brug af historiske data</a:t>
          </a:r>
          <a:endParaRPr lang="en-US" sz="1700" kern="1200"/>
        </a:p>
      </dsp:txBody>
      <dsp:txXfrm>
        <a:off x="205" y="1878672"/>
        <a:ext cx="2479997" cy="1785598"/>
      </dsp:txXfrm>
    </dsp:sp>
    <dsp:sp modelId="{8E1B69B6-BC7D-47A6-83A3-DF34847D03D6}">
      <dsp:nvSpPr>
        <dsp:cNvPr id="0" name=""/>
        <dsp:cNvSpPr/>
      </dsp:nvSpPr>
      <dsp:spPr>
        <a:xfrm>
          <a:off x="205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688273"/>
        <a:ext cx="2479997" cy="1190398"/>
      </dsp:txXfrm>
    </dsp:sp>
    <dsp:sp modelId="{50A1552C-B044-4E20-950B-FFA24288EA55}">
      <dsp:nvSpPr>
        <dsp:cNvPr id="0" name=""/>
        <dsp:cNvSpPr/>
      </dsp:nvSpPr>
      <dsp:spPr>
        <a:xfrm>
          <a:off x="2678602" y="688273"/>
          <a:ext cx="2479997" cy="2975996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Præcisionen forbedres markant, jo tætter på kampdagen prognosen udarbejdes</a:t>
          </a:r>
          <a:endParaRPr lang="en-US" sz="1700" kern="1200"/>
        </a:p>
      </dsp:txBody>
      <dsp:txXfrm>
        <a:off x="2678602" y="1878672"/>
        <a:ext cx="2479997" cy="1785598"/>
      </dsp:txXfrm>
    </dsp:sp>
    <dsp:sp modelId="{88E3445B-1A6C-4426-B755-EE50BE69C211}">
      <dsp:nvSpPr>
        <dsp:cNvPr id="0" name=""/>
        <dsp:cNvSpPr/>
      </dsp:nvSpPr>
      <dsp:spPr>
        <a:xfrm>
          <a:off x="2678602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8602" y="688273"/>
        <a:ext cx="2479997" cy="1190398"/>
      </dsp:txXfrm>
    </dsp:sp>
    <dsp:sp modelId="{DB23F6D8-F606-4F8A-9779-361F6006F525}">
      <dsp:nvSpPr>
        <dsp:cNvPr id="0" name=""/>
        <dsp:cNvSpPr/>
      </dsp:nvSpPr>
      <dsp:spPr>
        <a:xfrm>
          <a:off x="5356999" y="688273"/>
          <a:ext cx="2479997" cy="2975996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Lasso giver den bedste balance mellem performance, fortolkning og praktisk anvendelse</a:t>
          </a:r>
          <a:endParaRPr lang="en-US" sz="1700" kern="1200"/>
        </a:p>
      </dsp:txBody>
      <dsp:txXfrm>
        <a:off x="5356999" y="1878672"/>
        <a:ext cx="2479997" cy="1785598"/>
      </dsp:txXfrm>
    </dsp:sp>
    <dsp:sp modelId="{1F96A137-83B0-4605-812B-A94CEF2154F5}">
      <dsp:nvSpPr>
        <dsp:cNvPr id="0" name=""/>
        <dsp:cNvSpPr/>
      </dsp:nvSpPr>
      <dsp:spPr>
        <a:xfrm>
          <a:off x="5356999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6999" y="688273"/>
        <a:ext cx="2479997" cy="1190398"/>
      </dsp:txXfrm>
    </dsp:sp>
    <dsp:sp modelId="{EB39D437-E8A8-4A33-B035-F60626489AC1}">
      <dsp:nvSpPr>
        <dsp:cNvPr id="0" name=""/>
        <dsp:cNvSpPr/>
      </dsp:nvSpPr>
      <dsp:spPr>
        <a:xfrm>
          <a:off x="8035397" y="688273"/>
          <a:ext cx="2479997" cy="2975996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Modellen ikke er en garanti, men et værktøj til at understøtte bedre beslutninger</a:t>
          </a:r>
          <a:endParaRPr lang="en-US" sz="1700" kern="1200"/>
        </a:p>
      </dsp:txBody>
      <dsp:txXfrm>
        <a:off x="8035397" y="1878672"/>
        <a:ext cx="2479997" cy="1785598"/>
      </dsp:txXfrm>
    </dsp:sp>
    <dsp:sp modelId="{706D298A-3F17-4D41-A296-93A818293A56}">
      <dsp:nvSpPr>
        <dsp:cNvPr id="0" name=""/>
        <dsp:cNvSpPr/>
      </dsp:nvSpPr>
      <dsp:spPr>
        <a:xfrm>
          <a:off x="8035397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35397" y="688273"/>
        <a:ext cx="2479997" cy="1190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B9C1A-7F9A-E0DD-A1CE-2ADFBE113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079E17C-A4D7-F11D-EB09-A7FEE0775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F2E1223-3C87-E6BD-18AA-873C7C2C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80C82C0-FF0E-F5D7-AC54-838897B8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10B29F-AAD8-C5E1-060F-27E8878E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438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C9194B-795B-396E-E645-E57E143F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484411-EA13-5F41-72CC-69D955621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7927D5E-182A-6288-688F-4FE320CF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7BA9D1D-4984-0FCD-353D-38730D38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664662B-E630-F972-FB9F-B356A10B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200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28DC8-8BE1-1821-9E26-DF10161D2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D6E7FA4-8629-1921-DE45-B2FC91B46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0727E55-61E1-9E40-7B59-F12C80E4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555C936-4BA7-DDB1-1CEF-5592A291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E32FCA6-6249-EDA9-0CEF-9D58B323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262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A0A59-94F3-C535-C429-F5BA215FE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C3EB9B-641D-7A5C-66FF-9874C8EF3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52F79DE-050C-92D1-5295-48159F608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EAE1FDE-F69B-A99C-C5EE-79549159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EFB864D-EDBB-FC0E-E3D9-636B607B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87CCF29-4999-0734-C6CC-DC3E2EF2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744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C1F1FE-11A9-A8C9-A484-12899931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1B307D1-53E1-089D-C287-E2399FB90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3CE8054-25B4-F007-C4F1-BB999199D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22D70DB7-6E63-BEDE-E02E-F6E6DB8E8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FA07DE2-B3A1-A0C0-72EA-E1AB52097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CD671B1-08FF-027B-B4DF-DE612AE1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6D9DDBC-20B3-F5B3-E865-A56E219E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6EECB04E-8539-0810-BCBD-D45D542A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192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0A5BC-961A-CE43-1BA3-70C9FABB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318F6D9-61A2-5005-2A29-EEB7954B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D4697C2-F032-4C9D-9813-C97156D1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B8DB614-37AD-9442-D08A-08056028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28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F378394-A7C0-05DB-D13E-97119952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AC40912A-D182-480F-E1B0-65763A67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12F0478-8E9A-923D-A205-04C81D33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88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966DB-54D3-7FDE-7418-2EB1A6A7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5FE5606-1FDD-F376-DA49-EA5E65C55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F5F71F4-1F10-F6D2-C89D-67237DF93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4E5996C-B6AD-9285-045F-220F7867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F638AD3-6DC4-25F3-3620-20BE2832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A25B6A0-F93A-8C02-C2E3-6A1B7C0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719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2CA8C-F8B0-E1D1-C803-7D02AD5F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92AECB2-1B2E-8FC0-2878-B28321C68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89EAF30-7662-BEE3-0439-7D2CE2983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D352593-2226-FF72-06F4-21DE9A7C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D538238-5BA0-56D7-151E-FC16C3FC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D8E1FD8-E2B4-E590-5CB9-70F920B7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657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3D80D4-0B0A-F615-8DE9-1C13E18B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C173143-3BBB-221C-58DB-5463F7AC2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DC40D13-ECF9-8CA1-9608-0A410480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021C2FF-C726-91C6-EA5C-3F7D13087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F184B59-F3F3-4BDD-8321-8126BF76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3023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11E2F61-A15C-2FFB-6005-B2C0BB472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DE0AE33-7C42-416E-64BB-48EFB347B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6D94244-CC49-E7D4-9B93-F7C67A61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2792368-0617-7A74-EFD8-B244410C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4EF67EA-C234-B06B-301D-E5423C8E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99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ED13A965-3DC3-4920-F944-28BC7A8B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76B1DD2-D3A4-1E15-325A-7F55C2BA8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AF453E-6B7A-DBCC-E452-460D02628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0BE94-D87B-4861-ACC8-B4775129B405}" type="datetimeFigureOut">
              <a:rPr lang="da-DK" smtClean="0"/>
              <a:t>18.01.2026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F98EF4-7247-505B-2D19-F6ED296ED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D6E7CC4-7A78-A01A-E8CC-2921861C3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815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EB9F02-CD4E-9136-ED4D-8B395D069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da-DK" sz="3700" b="1" dirty="0">
                <a:solidFill>
                  <a:schemeClr val="tx2"/>
                </a:solidFill>
              </a:rPr>
              <a:t>Forudsigelse af tilskuertal ved Viborg </a:t>
            </a:r>
            <a:r>
              <a:rPr lang="da-DK" sz="3700" b="1" dirty="0" err="1">
                <a:solidFill>
                  <a:schemeClr val="tx2"/>
                </a:solidFill>
              </a:rPr>
              <a:t>FF`s</a:t>
            </a:r>
            <a:r>
              <a:rPr lang="da-DK" sz="3700" b="1" dirty="0">
                <a:solidFill>
                  <a:schemeClr val="tx2"/>
                </a:solidFill>
              </a:rPr>
              <a:t> hjemmekampe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5EE660C-01E4-F45F-E235-093115E53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da-DK" sz="2000">
              <a:solidFill>
                <a:schemeClr val="tx2"/>
              </a:solidFill>
            </a:endParaRPr>
          </a:p>
        </p:txBody>
      </p:sp>
      <p:pic>
        <p:nvPicPr>
          <p:cNvPr id="5" name="Billede 4" descr="Et billede, der indeholder symbol, logo, Varemærke, emblem&#10;&#10;AI-genereret indhold kan være ukorrekt.">
            <a:extLst>
              <a:ext uri="{FF2B5EF4-FFF2-40B4-BE49-F238E27FC236}">
                <a16:creationId xmlns:a16="http://schemas.microsoft.com/office/drawing/2014/main" id="{7CCB6F6D-D401-B822-C2D6-4FA64BE08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151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5409A7-2E94-4FEA-EC19-640E2FE3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/>
              <a:t>Paradigmevalg</a:t>
            </a:r>
            <a:endParaRPr lang="da-DK" sz="3600" b="1" dirty="0">
              <a:solidFill>
                <a:schemeClr val="tx2"/>
              </a:solidFill>
            </a:endParaRPr>
          </a:p>
        </p:txBody>
      </p:sp>
      <p:grpSp>
        <p:nvGrpSpPr>
          <p:cNvPr id="26" name="Group 30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8" name="Freeform: Shape 31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3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34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187D8AA-024A-6027-64B9-2EBD4EAB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lvl="0"/>
            <a:r>
              <a:rPr lang="da-DK" sz="1800" dirty="0"/>
              <a:t>Datadrevet og analytisk tilgang</a:t>
            </a:r>
            <a:endParaRPr lang="en-US" sz="1800" dirty="0"/>
          </a:p>
          <a:p>
            <a:pPr lvl="0"/>
            <a:r>
              <a:rPr lang="da-DK" sz="1800" dirty="0"/>
              <a:t>Fokus på beslutningsstøtte</a:t>
            </a:r>
            <a:endParaRPr lang="en-US" sz="1800" dirty="0"/>
          </a:p>
          <a:p>
            <a:pPr lvl="0"/>
            <a:r>
              <a:rPr lang="da-DK" sz="1800" dirty="0"/>
              <a:t>Kvantitative data og modeller</a:t>
            </a:r>
            <a:endParaRPr lang="en-US" sz="1800" dirty="0"/>
          </a:p>
        </p:txBody>
      </p:sp>
      <p:grpSp>
        <p:nvGrpSpPr>
          <p:cNvPr id="43" name="Group 36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4" name="Freeform: Shape 37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38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39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0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953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91F072-D97A-605D-86BA-4BC91C8F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Analyse datamodenhed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Pladsholder til indhold 2">
            <a:extLst>
              <a:ext uri="{FF2B5EF4-FFF2-40B4-BE49-F238E27FC236}">
                <a16:creationId xmlns:a16="http://schemas.microsoft.com/office/drawing/2014/main" id="{777F6474-6815-3559-7CB0-58483130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da-DK" sz="1800" dirty="0">
                <a:solidFill>
                  <a:schemeClr val="tx2"/>
                </a:solidFill>
              </a:rPr>
              <a:t>Datamodenhed vurderet via Alexandra-modellen.</a:t>
            </a:r>
          </a:p>
          <a:p>
            <a:r>
              <a:rPr lang="da-DK" sz="1800" dirty="0">
                <a:solidFill>
                  <a:schemeClr val="tx2"/>
                </a:solidFill>
              </a:rPr>
              <a:t>Baseret på interviews og organisatorisk praksis</a:t>
            </a:r>
          </a:p>
          <a:p>
            <a:r>
              <a:rPr lang="da-DK" sz="1800" dirty="0">
                <a:solidFill>
                  <a:schemeClr val="tx2"/>
                </a:solidFill>
              </a:rPr>
              <a:t>Data bruges primært operationelt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1729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4D02F0-FCD3-C505-13DF-0858768D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Refleksion – Datamodenhed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6253D43-DED1-5530-F9D5-D753318C1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da-DK" sz="1800" dirty="0">
                <a:solidFill>
                  <a:schemeClr val="tx2"/>
                </a:solidFill>
              </a:rPr>
              <a:t>Vurdering baseret på interviews</a:t>
            </a:r>
          </a:p>
          <a:p>
            <a:r>
              <a:rPr lang="da-DK" sz="1800" dirty="0">
                <a:solidFill>
                  <a:schemeClr val="tx2"/>
                </a:solidFill>
              </a:rPr>
              <a:t>Risiko for positiv bias</a:t>
            </a:r>
          </a:p>
          <a:p>
            <a:r>
              <a:rPr lang="da-DK" sz="1800" dirty="0"/>
              <a:t>Datamodenhed under udvikling</a:t>
            </a:r>
          </a:p>
          <a:p>
            <a:endParaRPr lang="da-DK" sz="1800" dirty="0">
              <a:solidFill>
                <a:schemeClr val="tx2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762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EB5C44-49CC-A026-674C-A2B067DC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Evaluering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604275E-5502-5FC9-074B-9F8A87152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1800">
                <a:solidFill>
                  <a:schemeClr val="tx2"/>
                </a:solidFill>
              </a:rPr>
              <a:t>Modelvurdering</a:t>
            </a:r>
          </a:p>
          <a:p>
            <a:r>
              <a:rPr lang="da-DK" sz="1800">
                <a:solidFill>
                  <a:schemeClr val="tx2"/>
                </a:solidFill>
              </a:rPr>
              <a:t>Cross- validation til tuning</a:t>
            </a:r>
          </a:p>
          <a:p>
            <a:r>
              <a:rPr lang="da-DK" sz="1800">
                <a:solidFill>
                  <a:schemeClr val="tx2"/>
                </a:solidFill>
              </a:rPr>
              <a:t>Testdata til performance</a:t>
            </a:r>
          </a:p>
          <a:p>
            <a:r>
              <a:rPr lang="da-DK" sz="1800">
                <a:solidFill>
                  <a:schemeClr val="tx2"/>
                </a:solidFill>
              </a:rPr>
              <a:t>RMSE anvendt som evalueringsmål</a:t>
            </a:r>
          </a:p>
          <a:p>
            <a:endParaRPr lang="da-DK" sz="1800">
              <a:solidFill>
                <a:schemeClr val="tx2"/>
              </a:solidFill>
            </a:endParaRPr>
          </a:p>
          <a:p>
            <a:endParaRPr lang="da-DK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1800">
              <a:solidFill>
                <a:schemeClr val="tx2"/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Billede 5" descr="Et billede, der indeholder tekst, skærmbillede, Font/skrifttype, nummer/tal&#10;&#10;AI-genereret indhold kan være ukorrekt.">
            <a:extLst>
              <a:ext uri="{FF2B5EF4-FFF2-40B4-BE49-F238E27FC236}">
                <a16:creationId xmlns:a16="http://schemas.microsoft.com/office/drawing/2014/main" id="{C8D805B0-7DB0-CF20-FFAB-F58C733C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721754"/>
            <a:ext cx="4954693" cy="144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8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6B9D87-ECA4-01FA-EF3F-64DD046E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da-DK" sz="3600" b="1" dirty="0">
                <a:solidFill>
                  <a:schemeClr val="tx2"/>
                </a:solidFill>
              </a:rPr>
              <a:t>Resultater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Billede 3" descr="Et billede, der indeholder tekst, linje/række, diagram, Kurve&#10;&#10;AI-genereret indhold kan være ukorrekt.">
            <a:extLst>
              <a:ext uri="{FF2B5EF4-FFF2-40B4-BE49-F238E27FC236}">
                <a16:creationId xmlns:a16="http://schemas.microsoft.com/office/drawing/2014/main" id="{F7A6958F-6636-35FE-109D-40B11A86B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996" y="2421683"/>
            <a:ext cx="4469628" cy="2737647"/>
          </a:xfrm>
          <a:prstGeom prst="rect">
            <a:avLst/>
          </a:prstGeom>
        </p:spPr>
      </p:pic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883CE5C-BF0E-A2BF-F1C7-23988EFE15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580559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6504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84E647-4A79-429E-E887-5B503A9863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BF9A6E-CD4C-186F-B874-12A853C5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sz="6600" b="1" dirty="0"/>
              <a:t>Modelvalg: Lasso</a:t>
            </a:r>
            <a:br>
              <a:rPr lang="da-DK" dirty="0"/>
            </a:br>
            <a:r>
              <a:rPr lang="da-DK" sz="2000" dirty="0"/>
              <a:t>(Pragmatisk kompromis mellem præcision, fortolkning og praktisk anvendelse)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94B9F6E5-E399-F5D4-AECF-84149720BF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7520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294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69F36-6BBC-7423-47AB-BDC2BB9A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da-DK" sz="3600" b="1">
                <a:solidFill>
                  <a:schemeClr val="tx2"/>
                </a:solidFill>
              </a:rPr>
              <a:t>Variabelbetydning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Billede 3" descr="Et billede, der indeholder tekst, skærmbillede, nummer/tal, Font/skrifttype&#10;&#10;AI-genereret indhold kan være ukorrekt.">
            <a:extLst>
              <a:ext uri="{FF2B5EF4-FFF2-40B4-BE49-F238E27FC236}">
                <a16:creationId xmlns:a16="http://schemas.microsoft.com/office/drawing/2014/main" id="{7734C72D-2912-35CE-83D1-ABC90F98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62" r="-2" b="11495"/>
          <a:stretch>
            <a:fillRect/>
          </a:stretch>
        </p:blipFill>
        <p:spPr>
          <a:xfrm>
            <a:off x="7385951" y="2421683"/>
            <a:ext cx="4806049" cy="2870987"/>
          </a:xfrm>
          <a:prstGeom prst="rect">
            <a:avLst/>
          </a:prstGeom>
        </p:spPr>
      </p:pic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63FF504-ABD5-3B58-1D5C-AFF38A004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198283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7888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72A360-D6D5-848D-89FB-39119872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da-DK" sz="4000" b="1" dirty="0"/>
              <a:t>Forretningsmæssig anvendelse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C664BD0-CB3E-B427-C908-41D7B367FC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923530"/>
              </p:ext>
            </p:extLst>
          </p:nvPr>
        </p:nvGraphicFramePr>
        <p:xfrm>
          <a:off x="761802" y="2743200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9172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05B1A4-CE1B-380C-5FAA-C56EE22F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79CBF7-3D2D-F84E-F43C-38BDFE3B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b="1" dirty="0"/>
              <a:t>Begrænsninger og reflektion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58EFEE1-1E7F-4595-45C8-20CD6E89C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3822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7711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2CFB03-33F1-12B6-A68F-AC2D0D54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da-DK" sz="5200" b="1" dirty="0"/>
              <a:t>Konklusion</a:t>
            </a:r>
          </a:p>
        </p:txBody>
      </p:sp>
      <p:graphicFrame>
        <p:nvGraphicFramePr>
          <p:cNvPr id="16" name="Pladsholder til indhold 2">
            <a:extLst>
              <a:ext uri="{FF2B5EF4-FFF2-40B4-BE49-F238E27FC236}">
                <a16:creationId xmlns:a16="http://schemas.microsoft.com/office/drawing/2014/main" id="{3029C3C3-7FA4-B6FB-5409-3A9B575F9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912201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90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3066</TotalTime>
  <Words>221</Words>
  <Application>Microsoft Macintosh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Office-tema</vt:lpstr>
      <vt:lpstr>Forudsigelse af tilskuertal ved Viborg FF`s hjemmekampe</vt:lpstr>
      <vt:lpstr>Paradigmevalg</vt:lpstr>
      <vt:lpstr>Analyse datamodenhed</vt:lpstr>
      <vt:lpstr>Refleksion – Datamodenhed</vt:lpstr>
      <vt:lpstr>Evaluering</vt:lpstr>
      <vt:lpstr>Resultater</vt:lpstr>
      <vt:lpstr>Modelvalg: Lasso (Pragmatisk kompromis mellem præcision, fortolkning og praktisk anvendelse)</vt:lpstr>
      <vt:lpstr>Variabelbetydning</vt:lpstr>
      <vt:lpstr>Forretningsmæssig anvendelse</vt:lpstr>
      <vt:lpstr>Begrænsninger og reflektion</vt:lpstr>
      <vt:lpstr>Konklusion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Konrad Karwowski</dc:creator>
  <cp:lastModifiedBy>Lucas Jepsen Schmidt</cp:lastModifiedBy>
  <cp:revision>2</cp:revision>
  <dcterms:created xsi:type="dcterms:W3CDTF">2026-01-10T13:56:43Z</dcterms:created>
  <dcterms:modified xsi:type="dcterms:W3CDTF">2026-01-18T15:19:11Z</dcterms:modified>
</cp:coreProperties>
</file>